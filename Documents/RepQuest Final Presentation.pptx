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Average"/>
      <p:regular r:id="rId25"/>
    </p:embeddedFont>
    <p:embeddedFont>
      <p:font typeface="Oswa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regular.fntdata"/><Relationship Id="rId25" Type="http://schemas.openxmlformats.org/officeDocument/2006/relationships/font" Target="fonts/Average-regular.fntdata"/><Relationship Id="rId27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928004ca6_0_2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928004ca6_0_2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f25ccf44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f25ccf44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that allows users to enjoy exercising and living healthier.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can create…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customize a personal avatar…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can earn…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 is to…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f25ccf44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f25ccf44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code was developed… and the UI framework is…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UI design…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databases used are…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SQLite enables offline storage, and Firebase </a:t>
            </a:r>
            <a:r>
              <a:rPr lang="en"/>
              <a:t>facilitates</a:t>
            </a:r>
            <a:r>
              <a:rPr lang="en"/>
              <a:t> data synchronization across </a:t>
            </a:r>
            <a:r>
              <a:rPr lang="en"/>
              <a:t>sessions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 are utilizing GitHub… Discord to… and ChatGPT… and all our coding is…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f25ccf44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f25ccf44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utilizes a component-based architecture and in-memory state </a:t>
            </a:r>
            <a:r>
              <a:rPr lang="en"/>
              <a:t>management, and Firebase…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f25ccf44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f25ccf44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architectural components are: …and the RepQuestApp composable which serves as the main entry point of the application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model layer consists of…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workout management screens visible to the user consist of…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f25ccf44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f25ccf44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…supports adaptive </a:t>
            </a:r>
            <a:r>
              <a:rPr lang="en"/>
              <a:t>layouts</a:t>
            </a:r>
            <a:r>
              <a:rPr lang="en"/>
              <a:t> using type-safe routing.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key components are: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also contains the options on located on the bottom navigation bar: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f25ccf44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f25ccf44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RepQuestApp is a composable root component that serves as the…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manages…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also manages the</a:t>
            </a:r>
            <a:r>
              <a:rPr lang="en"/>
              <a:t> states of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navController, which controls the navigation stack,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currentRoute which tracks the active screen for navigation highlighting,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pendingExercises which serves as temporary storage for in-progress exercises,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savedWorkouts which is the in-memory workout persistence.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f25ccf44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f25ccf44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navigation configuration implements the NavigationSuiteScaffold component for adaptive bottom or side rail navigation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depending on the device running the application.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f25ccf44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f25ccf44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model layer contains…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…rest time between sets, and, optionally, user notes.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…unique id generated using the time of creation, and, optionally, workout notes.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…a boolean for whether the goal has been completed, and the </a:t>
            </a:r>
            <a:r>
              <a:rPr lang="en"/>
              <a:t>gamification</a:t>
            </a:r>
            <a:r>
              <a:rPr lang="en"/>
              <a:t> element of awarded experience points.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f25ccf44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f25ccf44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f25ccf44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f25ccf44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f25ccf44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f25ccf44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f25ccf44b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f25ccf44b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f25ccf44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f25ccf44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f25ccf44b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f25ccf44b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f25ccf44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f25ccf44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f25ccf44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f25ccf44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f4cc6fb2c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f4cc6fb2c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f25ccf4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f25ccf4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RepQuest Final Presentation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Dylan Hulon, Austin Jones, Benjamin Johnson, Jaylen Cook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RepQuest is an Android-native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and save custom workout templates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Upload and track history, stats, and goals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Earn XP through goals and progress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Motivate users and make workouts fun!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developed in Android Studio, UI in Jetpack Compose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UI design and mockups created in Figma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Databases: SQLite, Firebase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GitHub, GitHub Desktop, Git for code accuracy and documentation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Discord to plan meetings and discuss other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ChatGPT as technical guidance only when necessary, all coding done by hand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Overview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RepQuest is a Kotlin-based Android fitness tracking application built using Jetpack Compose for UI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Utilizes a Component-based architecture, persistence using an embedded database and Firebase Realtime Database for data backup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Overview 2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 architectural components: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NavigationDestination sealed class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RepQuestApp composable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model layer: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Exercise, Workout, Goals data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Workout management screens visible to users: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WorkoutScreen, CreateWorkout, CreateExercise, WorkoutDetail and supporting Settings screen, History, and Stats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Components - NavigationDestination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NavigationDestination is a sealed class designed to define the navigation </a:t>
            </a:r>
            <a:r>
              <a:rPr lang="en"/>
              <a:t>structure</a:t>
            </a:r>
            <a:r>
              <a:rPr lang="en"/>
              <a:t> for the bottom bar, and supports adaptive layouts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components: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Route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Title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Unselected icon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Selected icon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Contains the five NavBar destination options: 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Workout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History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Stats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Goals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Settings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Components - RepQuestApp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8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RepQuestApp is </a:t>
            </a:r>
            <a:r>
              <a:rPr lang="en"/>
              <a:t>designed</a:t>
            </a:r>
            <a:r>
              <a:rPr lang="en"/>
              <a:t> to serve the </a:t>
            </a:r>
            <a:r>
              <a:rPr lang="en"/>
              <a:t>application</a:t>
            </a:r>
            <a:r>
              <a:rPr lang="en"/>
              <a:t> entry point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Manages navigation state and data flow through the application and implements the bottom NavBar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Manages states of: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navController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currentRoute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pendingExercises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savedWorkouts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Components - RepQuestApp 2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8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Implements NavigationSuiteScaffold component for adaptive bottom or side rail navigation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NavHost is used to map screen destinations to composable routes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Navigation arguments are passed via URLs, such as “workoutDetail/{workoutId}”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Model Layer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Contains three data class objects: Exercise, Workout, Goals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Exercise attributes: unique id, exercise name, # of sets, # of reps, weight, increment amount, rest time, and user notes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Workout </a:t>
            </a:r>
            <a:r>
              <a:rPr lang="en"/>
              <a:t>attributes</a:t>
            </a:r>
            <a:r>
              <a:rPr lang="en"/>
              <a:t>: </a:t>
            </a:r>
            <a:r>
              <a:rPr lang="en"/>
              <a:t>unique</a:t>
            </a:r>
            <a:r>
              <a:rPr lang="en"/>
              <a:t> id, workout name, list of type Exercise, date completed, and workout notes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Goals attributes: auto-generated </a:t>
            </a:r>
            <a:r>
              <a:rPr lang="en"/>
              <a:t>unique</a:t>
            </a:r>
            <a:r>
              <a:rPr lang="en"/>
              <a:t> id, goal name, target value, current value, </a:t>
            </a:r>
            <a:r>
              <a:rPr lang="en"/>
              <a:t>boolean </a:t>
            </a:r>
            <a:r>
              <a:rPr lang="en"/>
              <a:t>for completion, and awarded xp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Layer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Presentation Layer is comprised of the components presented to the user: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Workout Screen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Create Workout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Create Exercise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Workout Detail Screen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Settings Screen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History Screen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Stats Screen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Layer - Workout Screen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purpose of the Workout Screen is to be the main dashboard displaying all saved workouts.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 title="Screenshot_20251210_0941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975" y="1666225"/>
            <a:ext cx="1499900" cy="333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4550" y="1666225"/>
            <a:ext cx="1499900" cy="333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Layer - Create Workout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Create Workout Screen is reached by clicking “Create A Workout” in the Workout Screen. </a:t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9403" y="1594275"/>
            <a:ext cx="1538062" cy="3416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675" y="1594255"/>
            <a:ext cx="1538076" cy="3416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Layer - Create Exercise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Create Exercise screen is reached by clicking the add exercise button on the Create Workout Screen and is used as an exercise creation form with dynamic fields. 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625" y="1955975"/>
            <a:ext cx="1435024" cy="3187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0750" y="1955967"/>
            <a:ext cx="1435024" cy="3187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3875" y="1955955"/>
            <a:ext cx="1435024" cy="3187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97000" y="1955969"/>
            <a:ext cx="1435024" cy="3187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Layer - Workout Detail Screen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Workout Detail Screen displays the exercises of a saved workout for active tracking of reps completed.</a:t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704" y="1859375"/>
            <a:ext cx="1478501" cy="3284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3054" y="1859387"/>
            <a:ext cx="1478501" cy="328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7404" y="1859387"/>
            <a:ext cx="1478501" cy="328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Layer - Settings Screen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Settings Screen is used to allow the user to specify preferences for configuration elements.</a:t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654" y="1859375"/>
            <a:ext cx="1478501" cy="3284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850875"/>
            <a:ext cx="1478501" cy="328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Layer - Goals Screen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1152475"/>
            <a:ext cx="448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Lets users create and manage their own fitness goals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Shows progress with a clear percent and progress bar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Finishing a goal grants the user 50 </a:t>
            </a:r>
            <a:r>
              <a:rPr lang="en"/>
              <a:t>experience</a:t>
            </a:r>
            <a:r>
              <a:rPr lang="en"/>
              <a:t> points (100 per level)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buttons to update, edit, or delete a goal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pop-up dialogs so the user can enter info smoothly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Makes tracking fitness progress feel fun and rewarding</a:t>
            </a:r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1600" y="534025"/>
            <a:ext cx="4164600" cy="407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Layer - Stats Screens</a:t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233400"/>
            <a:ext cx="451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Shows a summary of the user’s workout history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Shows all stats in a simple vertical list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Displays the most used goal for each exercise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Shows the </a:t>
            </a:r>
            <a:r>
              <a:rPr lang="en"/>
              <a:t>highest</a:t>
            </a:r>
            <a:r>
              <a:rPr lang="en"/>
              <a:t> goal the use has achieved per </a:t>
            </a:r>
            <a:r>
              <a:rPr lang="en"/>
              <a:t>exercise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Trends are visualized through clear, easy-to-read charts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*</a:t>
            </a:r>
            <a:r>
              <a:rPr lang="en"/>
              <a:t>Unfortunately the Statistics screen was not fully implemented due to time constraints.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2450" y="682550"/>
            <a:ext cx="4103765" cy="210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/>
        </p:nvSpPr>
        <p:spPr>
          <a:xfrm>
            <a:off x="5816200" y="2963575"/>
            <a:ext cx="26700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Shows placeholder screen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Layer - History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505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Lets the user pick a past workout date from a calendar-style date picker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Tapping a date shows the workout details for that specific 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Displays any notes the user saved for that workout in a text box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Helps users look back at previous workouts and track what they did over time</a:t>
            </a:r>
            <a:endParaRPr/>
          </a:p>
        </p:txBody>
      </p:sp>
      <p:pic>
        <p:nvPicPr>
          <p:cNvPr id="179" name="Google Shape;1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425" y="0"/>
            <a:ext cx="2797125" cy="4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Thank you all for your time!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000"/>
              <a:t>	-RepQuest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