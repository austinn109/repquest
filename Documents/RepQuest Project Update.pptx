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Average"/>
      <p:regular r:id="rId24"/>
    </p:embeddedFont>
    <p:embeddedFont>
      <p:font typeface="Oswald"/>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Average-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swald-bold.fntdata"/><Relationship Id="rId25" Type="http://schemas.openxmlformats.org/officeDocument/2006/relationships/font" Target="fonts/Oswal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8928004ca6_0_2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8928004ca6_0_2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8928004ca6_0_2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8928004ca6_0_2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8928004ca6_0_2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8928004ca6_0_2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9fa457f8e3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9fa457f8e3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9fa457f8e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9fa457f8e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9fa457f8e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9fa457f8e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9fa457f8e3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9fa457f8e3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f864c943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9f864c943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9fa457f8e3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9fa457f8e3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9fa457f8e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9fa457f8e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9fa457f8e3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9fa457f8e3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9fa457f8e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9fa457f8e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9fa457f8e3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9fa457f8e3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93396b290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893396b290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9550eb5c3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89550eb5c3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85d2f782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85d2f782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9f864c9432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9f864c9432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f864c943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9f864c943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RepQuest Status Update</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Dylan Hulon, Austin Jones, Benjamin Johnson, Jaylen Cook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 are RepQuest!!</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 will be discussing the current status update of RepQuest.</a:t>
            </a:r>
            <a:br>
              <a:rPr lang="en"/>
            </a:br>
            <a:endParaRPr/>
          </a:p>
          <a:p>
            <a:pPr indent="-342900" lvl="0" marL="457200" rtl="0" algn="l">
              <a:spcBef>
                <a:spcPts val="0"/>
              </a:spcBef>
              <a:spcAft>
                <a:spcPts val="0"/>
              </a:spcAft>
              <a:buSzPts val="1800"/>
              <a:buChar char="●"/>
            </a:pPr>
            <a:r>
              <a:rPr lang="en"/>
              <a:t>We will be discussing: </a:t>
            </a:r>
            <a:endParaRPr/>
          </a:p>
          <a:p>
            <a:pPr indent="-317500" lvl="1" marL="914400" rtl="0" algn="l">
              <a:spcBef>
                <a:spcPts val="0"/>
              </a:spcBef>
              <a:spcAft>
                <a:spcPts val="0"/>
              </a:spcAft>
              <a:buSzPts val="1400"/>
              <a:buChar char="○"/>
            </a:pPr>
            <a:r>
              <a:rPr lang="en"/>
              <a:t>Quick Refresher</a:t>
            </a:r>
            <a:endParaRPr/>
          </a:p>
          <a:p>
            <a:pPr indent="-317500" lvl="1" marL="914400" rtl="0" algn="l">
              <a:spcBef>
                <a:spcPts val="0"/>
              </a:spcBef>
              <a:spcAft>
                <a:spcPts val="0"/>
              </a:spcAft>
              <a:buSzPts val="1400"/>
              <a:buChar char="○"/>
            </a:pPr>
            <a:r>
              <a:rPr lang="en"/>
              <a:t>What Has Been Worked On</a:t>
            </a:r>
            <a:endParaRPr/>
          </a:p>
          <a:p>
            <a:pPr indent="-317500" lvl="1" marL="914400" rtl="0" algn="l">
              <a:spcBef>
                <a:spcPts val="0"/>
              </a:spcBef>
              <a:spcAft>
                <a:spcPts val="0"/>
              </a:spcAft>
              <a:buSzPts val="1400"/>
              <a:buChar char="○"/>
            </a:pPr>
            <a:r>
              <a:rPr lang="en"/>
              <a:t>Whats Next!</a:t>
            </a:r>
            <a:endParaRPr/>
          </a:p>
          <a:p>
            <a:pPr indent="-317500" lvl="1" marL="914400" rtl="0" algn="l">
              <a:spcBef>
                <a:spcPts val="0"/>
              </a:spcBef>
              <a:spcAft>
                <a:spcPts val="0"/>
              </a:spcAft>
              <a:buSzPts val="1400"/>
              <a:buChar char="○"/>
            </a:pPr>
            <a:r>
              <a:rPr lang="en"/>
              <a:t>The Workload Plan</a:t>
            </a:r>
            <a:endParaRPr/>
          </a:p>
          <a:p>
            <a:pPr indent="-317500" lvl="1" marL="914400" rtl="0" algn="l">
              <a:spcBef>
                <a:spcPts val="0"/>
              </a:spcBef>
              <a:spcAft>
                <a:spcPts val="0"/>
              </a:spcAft>
              <a:buSzPts val="1400"/>
              <a:buChar char="○"/>
            </a:pPr>
            <a:r>
              <a:rPr lang="en"/>
              <a:t>Block Diagram</a:t>
            </a:r>
            <a:endParaRPr/>
          </a:p>
          <a:p>
            <a:pPr indent="-317500" lvl="1" marL="914400" rtl="0" algn="l">
              <a:spcBef>
                <a:spcPts val="0"/>
              </a:spcBef>
              <a:spcAft>
                <a:spcPts val="0"/>
              </a:spcAft>
              <a:buSzPts val="1400"/>
              <a:buChar char="○"/>
            </a:pPr>
            <a:r>
              <a:rPr lang="en"/>
              <a:t>Entity-Relationship Diagram (ERD)</a:t>
            </a:r>
            <a:endParaRPr/>
          </a:p>
          <a:p>
            <a:pPr indent="-317500" lvl="1" marL="914400" rtl="0" algn="l">
              <a:spcBef>
                <a:spcPts val="0"/>
              </a:spcBef>
              <a:spcAft>
                <a:spcPts val="0"/>
              </a:spcAft>
              <a:buSzPts val="1400"/>
              <a:buChar char="○"/>
            </a:pPr>
            <a:r>
              <a:rPr lang="en"/>
              <a:t>Component Diagram</a:t>
            </a:r>
            <a:endParaRPr/>
          </a:p>
          <a:p>
            <a:pPr indent="0" lvl="0" marL="91440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219225"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Quick Refresh(update this)</a:t>
            </a:r>
            <a:endParaRPr/>
          </a:p>
        </p:txBody>
      </p:sp>
      <p:sp>
        <p:nvSpPr>
          <p:cNvPr id="72" name="Google Shape;72;p15"/>
          <p:cNvSpPr txBox="1"/>
          <p:nvPr>
            <p:ph idx="1" type="body"/>
          </p:nvPr>
        </p:nvSpPr>
        <p:spPr>
          <a:xfrm>
            <a:off x="219225"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RepQuest is an Android Fitness App</a:t>
            </a:r>
            <a:endParaRPr/>
          </a:p>
          <a:p>
            <a:pPr indent="-342900" lvl="0" marL="457200" rtl="0" algn="l">
              <a:spcBef>
                <a:spcPts val="0"/>
              </a:spcBef>
              <a:spcAft>
                <a:spcPts val="0"/>
              </a:spcAft>
              <a:buSzPts val="1800"/>
              <a:buChar char="●"/>
            </a:pPr>
            <a:r>
              <a:rPr lang="en"/>
              <a:t>RepQuest will allow the user create and save custom workout templates.</a:t>
            </a:r>
            <a:endParaRPr/>
          </a:p>
          <a:p>
            <a:pPr indent="-342900" lvl="0" marL="457200" rtl="0" algn="l">
              <a:spcBef>
                <a:spcPts val="0"/>
              </a:spcBef>
              <a:spcAft>
                <a:spcPts val="0"/>
              </a:spcAft>
              <a:buSzPts val="1800"/>
              <a:buChar char="●"/>
            </a:pPr>
            <a:r>
              <a:rPr lang="en"/>
              <a:t>User will be able to upload and track workout history, stats, and goals.</a:t>
            </a:r>
            <a:endParaRPr/>
          </a:p>
          <a:p>
            <a:pPr indent="-342900" lvl="0" marL="457200" rtl="0" algn="l">
              <a:spcBef>
                <a:spcPts val="0"/>
              </a:spcBef>
              <a:spcAft>
                <a:spcPts val="0"/>
              </a:spcAft>
              <a:buSzPts val="1800"/>
              <a:buChar char="●"/>
            </a:pPr>
            <a:r>
              <a:rPr lang="en"/>
              <a:t>Customize a personal avatar with unlockable items.</a:t>
            </a:r>
            <a:endParaRPr/>
          </a:p>
          <a:p>
            <a:pPr indent="-342900" lvl="0" marL="457200" rtl="0" algn="l">
              <a:spcBef>
                <a:spcPts val="0"/>
              </a:spcBef>
              <a:spcAft>
                <a:spcPts val="0"/>
              </a:spcAft>
              <a:buSzPts val="1800"/>
              <a:buChar char="●"/>
            </a:pPr>
            <a:r>
              <a:rPr lang="en"/>
              <a:t>Earn rewards through achievements and progress.</a:t>
            </a:r>
            <a:endParaRPr/>
          </a:p>
          <a:p>
            <a:pPr indent="-342900" lvl="0" marL="457200" rtl="0" algn="l">
              <a:spcBef>
                <a:spcPts val="0"/>
              </a:spcBef>
              <a:spcAft>
                <a:spcPts val="0"/>
              </a:spcAft>
              <a:buSzPts val="1800"/>
              <a:buChar char="●"/>
            </a:pPr>
            <a:r>
              <a:rPr lang="en"/>
              <a:t>Combines fitness with a gamified motivation!</a:t>
            </a:r>
            <a:endParaRPr/>
          </a:p>
          <a:p>
            <a:pPr indent="0" lvl="0" marL="45720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NavBar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NavBar (Completed)</a:t>
            </a:r>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navigation bar itself is completed.</a:t>
            </a:r>
            <a:endParaRPr/>
          </a:p>
          <a:p>
            <a:pPr indent="-317500" lvl="1" marL="914400" rtl="0" algn="l">
              <a:spcBef>
                <a:spcPts val="0"/>
              </a:spcBef>
              <a:spcAft>
                <a:spcPts val="0"/>
              </a:spcAft>
              <a:buSzPts val="1400"/>
              <a:buChar char="○"/>
            </a:pPr>
            <a:r>
              <a:rPr lang="en"/>
              <a:t>Settings Menu</a:t>
            </a:r>
            <a:endParaRPr/>
          </a:p>
          <a:p>
            <a:pPr indent="-317500" lvl="2" marL="1371600" rtl="0" algn="l">
              <a:spcBef>
                <a:spcPts val="0"/>
              </a:spcBef>
              <a:spcAft>
                <a:spcPts val="0"/>
              </a:spcAft>
              <a:buSzPts val="1400"/>
              <a:buChar char="■"/>
            </a:pPr>
            <a:r>
              <a:rPr lang="en"/>
              <a:t>Drop down menu for the default unit of time implemented</a:t>
            </a:r>
            <a:endParaRPr/>
          </a:p>
          <a:p>
            <a:pPr indent="-317500" lvl="2" marL="1371600" rtl="0" algn="l">
              <a:spcBef>
                <a:spcPts val="0"/>
              </a:spcBef>
              <a:spcAft>
                <a:spcPts val="0"/>
              </a:spcAft>
              <a:buSzPts val="1400"/>
              <a:buChar char="■"/>
            </a:pPr>
            <a:r>
              <a:rPr lang="en"/>
              <a:t>Drop down menu for the default unit of distance implemented</a:t>
            </a:r>
            <a:endParaRPr/>
          </a:p>
          <a:p>
            <a:pPr indent="-317500" lvl="2" marL="1371600" rtl="0" algn="l">
              <a:spcBef>
                <a:spcPts val="0"/>
              </a:spcBef>
              <a:spcAft>
                <a:spcPts val="0"/>
              </a:spcAft>
              <a:buSzPts val="1400"/>
              <a:buChar char="■"/>
            </a:pPr>
            <a:r>
              <a:rPr lang="en"/>
              <a:t>Toggle for vibrations implemented</a:t>
            </a:r>
            <a:endParaRPr/>
          </a:p>
          <a:p>
            <a:pPr indent="-317500" lvl="2" marL="1371600" rtl="0" algn="l">
              <a:spcBef>
                <a:spcPts val="0"/>
              </a:spcBef>
              <a:spcAft>
                <a:spcPts val="0"/>
              </a:spcAft>
              <a:buSzPts val="1400"/>
              <a:buChar char="■"/>
            </a:pPr>
            <a:r>
              <a:rPr lang="en"/>
              <a:t>Toggle for Chimes implemented</a:t>
            </a:r>
            <a:endParaRPr/>
          </a:p>
          <a:p>
            <a:pPr indent="-317500" lvl="2" marL="1371600" rtl="0" algn="l">
              <a:spcBef>
                <a:spcPts val="0"/>
              </a:spcBef>
              <a:spcAft>
                <a:spcPts val="0"/>
              </a:spcAft>
              <a:buSzPts val="1400"/>
              <a:buChar char="■"/>
            </a:pPr>
            <a:r>
              <a:rPr lang="en"/>
              <a:t>UI buttons to upload or download data from server implemented</a:t>
            </a:r>
            <a:endParaRPr/>
          </a:p>
          <a:p>
            <a:pPr indent="-317500" lvl="1" marL="914400" rtl="0" algn="l">
              <a:spcBef>
                <a:spcPts val="0"/>
              </a:spcBef>
              <a:spcAft>
                <a:spcPts val="0"/>
              </a:spcAft>
              <a:buSzPts val="1400"/>
              <a:buChar char="○"/>
            </a:pPr>
            <a:r>
              <a:rPr lang="en"/>
              <a:t>Workout Menu</a:t>
            </a:r>
            <a:endParaRPr/>
          </a:p>
          <a:p>
            <a:pPr indent="-317500" lvl="2" marL="1371600" rtl="0" algn="l">
              <a:spcBef>
                <a:spcPts val="0"/>
              </a:spcBef>
              <a:spcAft>
                <a:spcPts val="0"/>
              </a:spcAft>
              <a:buSzPts val="1400"/>
              <a:buChar char="■"/>
            </a:pPr>
            <a:r>
              <a:rPr lang="en"/>
              <a:t>RepQuest Title implemented</a:t>
            </a:r>
            <a:endParaRPr/>
          </a:p>
          <a:p>
            <a:pPr indent="-317500" lvl="2" marL="1371600" rtl="0" algn="l">
              <a:spcBef>
                <a:spcPts val="0"/>
              </a:spcBef>
              <a:spcAft>
                <a:spcPts val="0"/>
              </a:spcAft>
              <a:buSzPts val="1400"/>
              <a:buChar char="■"/>
            </a:pPr>
            <a:r>
              <a:rPr lang="en"/>
              <a:t>Create Exercise Button created but has no implementation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NavBar (In progress)</a:t>
            </a:r>
            <a:endParaRPr/>
          </a:p>
        </p:txBody>
      </p:sp>
      <p:sp>
        <p:nvSpPr>
          <p:cNvPr id="89" name="Google Shape;89;p18"/>
          <p:cNvSpPr txBox="1"/>
          <p:nvPr>
            <p:ph idx="1" type="body"/>
          </p:nvPr>
        </p:nvSpPr>
        <p:spPr>
          <a:xfrm>
            <a:off x="311700" y="1106250"/>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These components are still in their development phase, and are soon to be implemented. </a:t>
            </a:r>
            <a:endParaRPr/>
          </a:p>
          <a:p>
            <a:pPr indent="-342900" lvl="0" marL="457200" rtl="0" algn="l">
              <a:spcBef>
                <a:spcPts val="0"/>
              </a:spcBef>
              <a:spcAft>
                <a:spcPts val="0"/>
              </a:spcAft>
              <a:buSzPts val="1800"/>
              <a:buChar char="●"/>
            </a:pPr>
            <a:r>
              <a:rPr lang="en"/>
              <a:t>User Interfaces</a:t>
            </a:r>
            <a:endParaRPr/>
          </a:p>
          <a:p>
            <a:pPr indent="-317500" lvl="1" marL="914400" rtl="0" algn="l">
              <a:spcBef>
                <a:spcPts val="0"/>
              </a:spcBef>
              <a:spcAft>
                <a:spcPts val="0"/>
              </a:spcAft>
              <a:buSzPts val="1400"/>
              <a:buChar char="○"/>
            </a:pPr>
            <a:r>
              <a:rPr lang="en"/>
              <a:t>Navigation Bar Components</a:t>
            </a:r>
            <a:endParaRPr/>
          </a:p>
          <a:p>
            <a:pPr indent="-317500" lvl="2" marL="1371600" rtl="0" algn="l">
              <a:spcBef>
                <a:spcPts val="0"/>
              </a:spcBef>
              <a:spcAft>
                <a:spcPts val="0"/>
              </a:spcAft>
              <a:buSzPts val="1400"/>
              <a:buChar char="■"/>
            </a:pPr>
            <a:r>
              <a:rPr lang="en"/>
              <a:t>Goals </a:t>
            </a:r>
            <a:endParaRPr/>
          </a:p>
          <a:p>
            <a:pPr indent="-317500" lvl="2" marL="1371600" rtl="0" algn="l">
              <a:spcBef>
                <a:spcPts val="0"/>
              </a:spcBef>
              <a:spcAft>
                <a:spcPts val="0"/>
              </a:spcAft>
              <a:buSzPts val="1400"/>
              <a:buChar char="■"/>
            </a:pPr>
            <a:r>
              <a:rPr lang="en"/>
              <a:t>History </a:t>
            </a:r>
            <a:endParaRPr/>
          </a:p>
          <a:p>
            <a:pPr indent="-317500" lvl="2" marL="1371600" rtl="0" algn="l">
              <a:spcBef>
                <a:spcPts val="0"/>
              </a:spcBef>
              <a:spcAft>
                <a:spcPts val="0"/>
              </a:spcAft>
              <a:buSzPts val="1400"/>
              <a:buChar char="■"/>
            </a:pPr>
            <a:r>
              <a:rPr lang="en"/>
              <a:t>Workout </a:t>
            </a:r>
            <a:endParaRPr/>
          </a:p>
          <a:p>
            <a:pPr indent="-317500" lvl="2" marL="1371600" rtl="0" algn="l">
              <a:spcBef>
                <a:spcPts val="0"/>
              </a:spcBef>
              <a:spcAft>
                <a:spcPts val="0"/>
              </a:spcAft>
              <a:buSzPts val="1400"/>
              <a:buChar char="■"/>
            </a:pPr>
            <a:r>
              <a:rPr lang="en"/>
              <a:t>Statistics</a:t>
            </a:r>
            <a:endParaRPr/>
          </a:p>
          <a:p>
            <a:pPr indent="-342900" lvl="0" marL="457200" rtl="0" algn="l">
              <a:spcBef>
                <a:spcPts val="0"/>
              </a:spcBef>
              <a:spcAft>
                <a:spcPts val="0"/>
              </a:spcAft>
              <a:buSzPts val="1800"/>
              <a:buChar char="●"/>
            </a:pPr>
            <a:r>
              <a:rPr lang="en"/>
              <a:t>There are placeholders for them at the moment, however, their functionality is not yet complete, but is in development.</a:t>
            </a:r>
            <a:endParaRPr/>
          </a:p>
          <a:p>
            <a:pPr indent="0" lvl="0" marL="1371600" rtl="0" algn="l">
              <a:spcBef>
                <a:spcPts val="1200"/>
              </a:spcBef>
              <a:spcAft>
                <a:spcPts val="0"/>
              </a:spcAft>
              <a:buNone/>
            </a:pPr>
            <a:r>
              <a:t/>
            </a:r>
            <a:endParaRPr sz="1400"/>
          </a:p>
          <a:p>
            <a:pPr indent="0" lvl="0" marL="1371600" rtl="0" algn="l">
              <a:spcBef>
                <a:spcPts val="1200"/>
              </a:spcBef>
              <a:spcAft>
                <a:spcPts val="1200"/>
              </a:spcAft>
              <a:buNone/>
            </a:pPr>
            <a:r>
              <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Database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532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Database Tester</a:t>
            </a:r>
            <a:endParaRPr/>
          </a:p>
        </p:txBody>
      </p:sp>
      <p:sp>
        <p:nvSpPr>
          <p:cNvPr id="100" name="Google Shape;100;p20"/>
          <p:cNvSpPr txBox="1"/>
          <p:nvPr>
            <p:ph idx="1" type="body"/>
          </p:nvPr>
        </p:nvSpPr>
        <p:spPr>
          <a:xfrm>
            <a:off x="311700" y="1152475"/>
            <a:ext cx="53268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This tester has been constructed to demonstrate core </a:t>
            </a:r>
            <a:r>
              <a:rPr lang="en"/>
              <a:t>database</a:t>
            </a:r>
            <a:r>
              <a:rPr lang="en"/>
              <a:t> operations</a:t>
            </a:r>
            <a:br>
              <a:rPr lang="en"/>
            </a:br>
            <a:endParaRPr/>
          </a:p>
          <a:p>
            <a:pPr indent="-342900" lvl="0" marL="457200" rtl="0" algn="l">
              <a:spcBef>
                <a:spcPts val="0"/>
              </a:spcBef>
              <a:spcAft>
                <a:spcPts val="0"/>
              </a:spcAft>
              <a:buSzPts val="1800"/>
              <a:buChar char="●"/>
            </a:pPr>
            <a:r>
              <a:rPr lang="en"/>
              <a:t>This is only for testing purposes, to help refine the final database layout and structure</a:t>
            </a:r>
            <a:br>
              <a:rPr lang="en"/>
            </a:br>
            <a:endParaRPr/>
          </a:p>
          <a:p>
            <a:pPr indent="-342900" lvl="0" marL="457200" rtl="0" algn="l">
              <a:spcBef>
                <a:spcPts val="0"/>
              </a:spcBef>
              <a:spcAft>
                <a:spcPts val="0"/>
              </a:spcAft>
              <a:buSzPts val="1800"/>
              <a:buChar char="●"/>
            </a:pPr>
            <a:r>
              <a:rPr lang="en"/>
              <a:t>Database development has not deviated from the </a:t>
            </a:r>
            <a:r>
              <a:rPr lang="en"/>
              <a:t>original proposal</a:t>
            </a:r>
            <a:endParaRPr/>
          </a:p>
        </p:txBody>
      </p:sp>
      <p:pic>
        <p:nvPicPr>
          <p:cNvPr id="101" name="Google Shape;101;p20"/>
          <p:cNvPicPr preferRelativeResize="0"/>
          <p:nvPr/>
        </p:nvPicPr>
        <p:blipFill>
          <a:blip r:embed="rId3">
            <a:alphaModFix/>
          </a:blip>
          <a:stretch>
            <a:fillRect/>
          </a:stretch>
        </p:blipFill>
        <p:spPr>
          <a:xfrm>
            <a:off x="5638500" y="162663"/>
            <a:ext cx="3362950" cy="4818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Next to be Implemented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What’s Next	</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Test Data Set</a:t>
            </a:r>
            <a:endParaRPr/>
          </a:p>
          <a:p>
            <a:pPr indent="-317500" lvl="1" marL="914400" rtl="0" algn="l">
              <a:spcBef>
                <a:spcPts val="0"/>
              </a:spcBef>
              <a:spcAft>
                <a:spcPts val="0"/>
              </a:spcAft>
              <a:buSzPts val="1400"/>
              <a:buChar char="○"/>
            </a:pPr>
            <a:r>
              <a:rPr lang="en"/>
              <a:t>Create </a:t>
            </a:r>
            <a:r>
              <a:rPr lang="en"/>
              <a:t>a </a:t>
            </a:r>
            <a:r>
              <a:rPr lang="en"/>
              <a:t>test data to be able to test </a:t>
            </a:r>
            <a:r>
              <a:rPr lang="en"/>
              <a:t>many</a:t>
            </a:r>
            <a:r>
              <a:rPr lang="en"/>
              <a:t> components of the program before the creation aspect is made</a:t>
            </a:r>
            <a:endParaRPr/>
          </a:p>
          <a:p>
            <a:pPr indent="-317500" lvl="2" marL="1371600" rtl="0" algn="l">
              <a:spcBef>
                <a:spcPts val="0"/>
              </a:spcBef>
              <a:spcAft>
                <a:spcPts val="0"/>
              </a:spcAft>
              <a:buSzPts val="1400"/>
              <a:buChar char="■"/>
            </a:pPr>
            <a:r>
              <a:rPr lang="en"/>
              <a:t>This will allow us to test many portions of our app without having to create a workout template each time</a:t>
            </a:r>
            <a:endParaRPr/>
          </a:p>
          <a:p>
            <a:pPr indent="-317500" lvl="2" marL="1371600" rtl="0" algn="l">
              <a:spcBef>
                <a:spcPts val="0"/>
              </a:spcBef>
              <a:spcAft>
                <a:spcPts val="0"/>
              </a:spcAft>
              <a:buSzPts val="1400"/>
              <a:buChar char="■"/>
            </a:pPr>
            <a:r>
              <a:rPr lang="en"/>
              <a:t>This will also allow us to see what kind of data we’ll be dealing with and what we should and shouldn’t let the user be able to input</a:t>
            </a:r>
            <a:endParaRPr/>
          </a:p>
          <a:p>
            <a:pPr indent="-342900" lvl="0" marL="457200" rtl="0" algn="l">
              <a:spcBef>
                <a:spcPts val="0"/>
              </a:spcBef>
              <a:spcAft>
                <a:spcPts val="0"/>
              </a:spcAft>
              <a:buSzPts val="1800"/>
              <a:buChar char="●"/>
            </a:pPr>
            <a:r>
              <a:rPr lang="en"/>
              <a:t>History Screen</a:t>
            </a:r>
            <a:endParaRPr/>
          </a:p>
          <a:p>
            <a:pPr indent="-317500" lvl="1" marL="914400" rtl="0" algn="l">
              <a:spcBef>
                <a:spcPts val="0"/>
              </a:spcBef>
              <a:spcAft>
                <a:spcPts val="0"/>
              </a:spcAft>
              <a:buSzPts val="1400"/>
              <a:buChar char="○"/>
            </a:pPr>
            <a:r>
              <a:rPr lang="en"/>
              <a:t>Create the UI for the history screen</a:t>
            </a:r>
            <a:endParaRPr/>
          </a:p>
          <a:p>
            <a:pPr indent="-317500" lvl="2" marL="1371600" rtl="0" algn="l">
              <a:spcBef>
                <a:spcPts val="0"/>
              </a:spcBef>
              <a:spcAft>
                <a:spcPts val="0"/>
              </a:spcAft>
              <a:buSzPts val="1400"/>
              <a:buChar char="■"/>
            </a:pPr>
            <a:r>
              <a:rPr lang="en"/>
              <a:t>Being able to display the history of our stored data is one of the highest hurdles of creating our app. Tackling this hurdle early will allow us to determine whether we should keep this idea or modify it to make it easier to produce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Roadmap</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Not Implemented yet</a:t>
            </a:r>
            <a:endParaRPr/>
          </a:p>
        </p:txBody>
      </p:sp>
      <p:sp>
        <p:nvSpPr>
          <p:cNvPr id="123" name="Google Shape;123;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Gamification</a:t>
            </a:r>
            <a:r>
              <a:rPr lang="en"/>
              <a:t> Layer</a:t>
            </a:r>
            <a:endParaRPr/>
          </a:p>
          <a:p>
            <a:pPr indent="-317500" lvl="1" marL="914400" rtl="0" algn="l">
              <a:spcBef>
                <a:spcPts val="0"/>
              </a:spcBef>
              <a:spcAft>
                <a:spcPts val="0"/>
              </a:spcAft>
              <a:buSzPts val="1400"/>
              <a:buChar char="○"/>
            </a:pPr>
            <a:r>
              <a:rPr lang="en"/>
              <a:t>Avatar Sprites</a:t>
            </a:r>
            <a:endParaRPr/>
          </a:p>
          <a:p>
            <a:pPr indent="-317500" lvl="1" marL="914400" rtl="0" algn="l">
              <a:spcBef>
                <a:spcPts val="0"/>
              </a:spcBef>
              <a:spcAft>
                <a:spcPts val="0"/>
              </a:spcAft>
              <a:buSzPts val="1400"/>
              <a:buChar char="○"/>
            </a:pPr>
            <a:r>
              <a:rPr lang="en"/>
              <a:t>Item Sprites</a:t>
            </a:r>
            <a:endParaRPr/>
          </a:p>
          <a:p>
            <a:pPr indent="-317500" lvl="1" marL="914400" rtl="0" algn="l">
              <a:spcBef>
                <a:spcPts val="0"/>
              </a:spcBef>
              <a:spcAft>
                <a:spcPts val="0"/>
              </a:spcAft>
              <a:buSzPts val="1400"/>
              <a:buChar char="○"/>
            </a:pPr>
            <a:r>
              <a:rPr lang="en"/>
              <a:t>Experience Points Redemption</a:t>
            </a:r>
            <a:endParaRPr/>
          </a:p>
          <a:p>
            <a:pPr indent="-342900" lvl="0" marL="457200" rtl="0" algn="l">
              <a:spcBef>
                <a:spcPts val="0"/>
              </a:spcBef>
              <a:spcAft>
                <a:spcPts val="0"/>
              </a:spcAft>
              <a:buSzPts val="1800"/>
              <a:buChar char="●"/>
            </a:pPr>
            <a:r>
              <a:rPr lang="en"/>
              <a:t>Workout Page</a:t>
            </a:r>
            <a:r>
              <a:rPr lang="en"/>
              <a:t> UI and Functionality</a:t>
            </a:r>
            <a:endParaRPr/>
          </a:p>
          <a:p>
            <a:pPr indent="-342900" lvl="0" marL="457200" rtl="0" algn="l">
              <a:spcBef>
                <a:spcPts val="0"/>
              </a:spcBef>
              <a:spcAft>
                <a:spcPts val="0"/>
              </a:spcAft>
              <a:buSzPts val="1800"/>
              <a:buChar char="●"/>
            </a:pPr>
            <a:r>
              <a:rPr lang="en"/>
              <a:t>Create a Workout UI and Functionality</a:t>
            </a:r>
            <a:endParaRPr/>
          </a:p>
          <a:p>
            <a:pPr indent="-342900" lvl="0" marL="457200" rtl="0" algn="l">
              <a:spcBef>
                <a:spcPts val="0"/>
              </a:spcBef>
              <a:spcAft>
                <a:spcPts val="0"/>
              </a:spcAft>
              <a:buSzPts val="1800"/>
              <a:buChar char="●"/>
            </a:pPr>
            <a:r>
              <a:rPr lang="en"/>
              <a:t>Exercise Screen UI and Functionality</a:t>
            </a:r>
            <a:endParaRPr/>
          </a:p>
          <a:p>
            <a:pPr indent="-342900" lvl="0" marL="457200" rtl="0" algn="l">
              <a:spcBef>
                <a:spcPts val="0"/>
              </a:spcBef>
              <a:spcAft>
                <a:spcPts val="0"/>
              </a:spcAft>
              <a:buSzPts val="1800"/>
              <a:buChar char="●"/>
            </a:pPr>
            <a:r>
              <a:rPr lang="en"/>
              <a:t>Stats UI and Functionality</a:t>
            </a:r>
            <a:endParaRPr/>
          </a:p>
          <a:p>
            <a:pPr indent="-342900" lvl="0" marL="457200" rtl="0" algn="l">
              <a:spcBef>
                <a:spcPts val="0"/>
              </a:spcBef>
              <a:spcAft>
                <a:spcPts val="0"/>
              </a:spcAft>
              <a:buSzPts val="1800"/>
              <a:buChar char="●"/>
            </a:pPr>
            <a:r>
              <a:rPr lang="en"/>
              <a:t>Goals UI and Functionality</a:t>
            </a:r>
            <a:endParaRPr/>
          </a:p>
          <a:p>
            <a:pPr indent="-342900" lvl="0" marL="457200" rtl="0" algn="l">
              <a:spcBef>
                <a:spcPts val="0"/>
              </a:spcBef>
              <a:spcAft>
                <a:spcPts val="0"/>
              </a:spcAft>
              <a:buSzPts val="1800"/>
              <a:buChar char="●"/>
            </a:pPr>
            <a:r>
              <a:rPr lang="en"/>
              <a:t>History UI and Functionality</a:t>
            </a:r>
            <a:endParaRPr/>
          </a:p>
          <a:p>
            <a:pPr indent="-342900" lvl="0" marL="457200" rtl="0" algn="l">
              <a:spcBef>
                <a:spcPts val="0"/>
              </a:spcBef>
              <a:spcAft>
                <a:spcPts val="0"/>
              </a:spcAft>
              <a:buSzPts val="1800"/>
              <a:buChar char="●"/>
            </a:pPr>
            <a:r>
              <a:rPr lang="en"/>
              <a:t>Confirmation Dialogue Boxes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Plan of Attack </a:t>
            </a:r>
            <a:endParaRPr/>
          </a:p>
        </p:txBody>
      </p:sp>
      <p:sp>
        <p:nvSpPr>
          <p:cNvPr id="129" name="Google Shape;129;p25"/>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u="sng"/>
              <a:t>Group 1</a:t>
            </a:r>
            <a:endParaRPr u="sng"/>
          </a:p>
          <a:p>
            <a:pPr indent="-342900" lvl="0" marL="457200" rtl="0" algn="l">
              <a:spcBef>
                <a:spcPts val="1200"/>
              </a:spcBef>
              <a:spcAft>
                <a:spcPts val="0"/>
              </a:spcAft>
              <a:buSzPts val="1800"/>
              <a:buAutoNum type="arabicPeriod"/>
            </a:pPr>
            <a:r>
              <a:rPr lang="en"/>
              <a:t>Testing Dataset</a:t>
            </a:r>
            <a:endParaRPr/>
          </a:p>
          <a:p>
            <a:pPr indent="-342900" lvl="0" marL="457200" rtl="0" algn="l">
              <a:spcBef>
                <a:spcPts val="0"/>
              </a:spcBef>
              <a:spcAft>
                <a:spcPts val="0"/>
              </a:spcAft>
              <a:buSzPts val="1800"/>
              <a:buAutoNum type="arabicPeriod"/>
            </a:pPr>
            <a:r>
              <a:rPr lang="en"/>
              <a:t>Exercise Screen</a:t>
            </a:r>
            <a:endParaRPr/>
          </a:p>
          <a:p>
            <a:pPr indent="-342900" lvl="0" marL="457200" rtl="0" algn="l">
              <a:spcBef>
                <a:spcPts val="0"/>
              </a:spcBef>
              <a:spcAft>
                <a:spcPts val="0"/>
              </a:spcAft>
              <a:buSzPts val="1800"/>
              <a:buAutoNum type="arabicPeriod"/>
            </a:pPr>
            <a:r>
              <a:rPr lang="en"/>
              <a:t>Gamification Layer</a:t>
            </a:r>
            <a:endParaRPr/>
          </a:p>
          <a:p>
            <a:pPr indent="-317500" lvl="1" marL="914400" rtl="0" algn="l">
              <a:spcBef>
                <a:spcPts val="0"/>
              </a:spcBef>
              <a:spcAft>
                <a:spcPts val="0"/>
              </a:spcAft>
              <a:buSzPts val="1400"/>
              <a:buAutoNum type="alphaLcPeriod"/>
            </a:pPr>
            <a:r>
              <a:rPr lang="en"/>
              <a:t>Customize Avatar Screen</a:t>
            </a:r>
            <a:endParaRPr/>
          </a:p>
          <a:p>
            <a:pPr indent="-317500" lvl="2" marL="1371600" rtl="0" algn="l">
              <a:spcBef>
                <a:spcPts val="0"/>
              </a:spcBef>
              <a:spcAft>
                <a:spcPts val="0"/>
              </a:spcAft>
              <a:buSzPts val="1400"/>
              <a:buAutoNum type="romanLcPeriod"/>
            </a:pPr>
            <a:r>
              <a:rPr lang="en"/>
              <a:t>Avatar Sprites</a:t>
            </a:r>
            <a:endParaRPr/>
          </a:p>
          <a:p>
            <a:pPr indent="-317500" lvl="2" marL="1371600" rtl="0" algn="l">
              <a:spcBef>
                <a:spcPts val="0"/>
              </a:spcBef>
              <a:spcAft>
                <a:spcPts val="0"/>
              </a:spcAft>
              <a:buSzPts val="1400"/>
              <a:buAutoNum type="romanLcPeriod"/>
            </a:pPr>
            <a:r>
              <a:rPr lang="en"/>
              <a:t>Item Sprites</a:t>
            </a:r>
            <a:endParaRPr/>
          </a:p>
          <a:p>
            <a:pPr indent="-317500" lvl="1" marL="914400" rtl="0" algn="l">
              <a:spcBef>
                <a:spcPts val="0"/>
              </a:spcBef>
              <a:spcAft>
                <a:spcPts val="0"/>
              </a:spcAft>
              <a:buSzPts val="1400"/>
              <a:buAutoNum type="alphaLcPeriod"/>
            </a:pPr>
            <a:r>
              <a:rPr lang="en"/>
              <a:t>XP/Level System</a:t>
            </a:r>
            <a:endParaRPr/>
          </a:p>
          <a:p>
            <a:pPr indent="-317500" lvl="2" marL="1371600" rtl="0" algn="l">
              <a:spcBef>
                <a:spcPts val="0"/>
              </a:spcBef>
              <a:spcAft>
                <a:spcPts val="0"/>
              </a:spcAft>
              <a:buSzPts val="1400"/>
              <a:buAutoNum type="romanLcPeriod"/>
            </a:pPr>
            <a:r>
              <a:rPr lang="en"/>
              <a:t>Confirmation Boxes</a:t>
            </a:r>
            <a:endParaRPr/>
          </a:p>
        </p:txBody>
      </p:sp>
      <p:sp>
        <p:nvSpPr>
          <p:cNvPr id="130" name="Google Shape;130;p25"/>
          <p:cNvSpPr txBox="1"/>
          <p:nvPr>
            <p:ph idx="1" type="body"/>
          </p:nvPr>
        </p:nvSpPr>
        <p:spPr>
          <a:xfrm>
            <a:off x="4731525" y="1152475"/>
            <a:ext cx="42603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u="sng"/>
              <a:t>Group 2</a:t>
            </a:r>
            <a:endParaRPr u="sng"/>
          </a:p>
          <a:p>
            <a:pPr indent="-342900" lvl="0" marL="457200" rtl="0" algn="l">
              <a:spcBef>
                <a:spcPts val="1200"/>
              </a:spcBef>
              <a:spcAft>
                <a:spcPts val="0"/>
              </a:spcAft>
              <a:buSzPts val="1800"/>
              <a:buAutoNum type="arabicPeriod"/>
            </a:pPr>
            <a:r>
              <a:rPr lang="en"/>
              <a:t>History UI and Calendar</a:t>
            </a:r>
            <a:endParaRPr/>
          </a:p>
          <a:p>
            <a:pPr indent="-342900" lvl="0" marL="457200" rtl="0" algn="l">
              <a:spcBef>
                <a:spcPts val="0"/>
              </a:spcBef>
              <a:spcAft>
                <a:spcPts val="0"/>
              </a:spcAft>
              <a:buSzPts val="1800"/>
              <a:buAutoNum type="arabicPeriod"/>
            </a:pPr>
            <a:r>
              <a:rPr lang="en"/>
              <a:t>Exercise Screen</a:t>
            </a:r>
            <a:endParaRPr/>
          </a:p>
          <a:p>
            <a:pPr indent="-342900" lvl="0" marL="457200" rtl="0" algn="l">
              <a:spcBef>
                <a:spcPts val="0"/>
              </a:spcBef>
              <a:spcAft>
                <a:spcPts val="0"/>
              </a:spcAft>
              <a:buSzPts val="1800"/>
              <a:buAutoNum type="arabicPeriod"/>
            </a:pPr>
            <a:r>
              <a:rPr lang="en"/>
              <a:t>Create A Workout Screen</a:t>
            </a:r>
            <a:endParaRPr/>
          </a:p>
          <a:p>
            <a:pPr indent="-342900" lvl="0" marL="457200" rtl="0" algn="l">
              <a:spcBef>
                <a:spcPts val="0"/>
              </a:spcBef>
              <a:spcAft>
                <a:spcPts val="0"/>
              </a:spcAft>
              <a:buSzPts val="1800"/>
              <a:buAutoNum type="arabicPeriod"/>
            </a:pPr>
            <a:r>
              <a:rPr lang="en"/>
              <a:t>Create an Exercise Screen</a:t>
            </a:r>
            <a:endParaRPr/>
          </a:p>
          <a:p>
            <a:pPr indent="-342900" lvl="0" marL="457200" rtl="0" algn="l">
              <a:spcBef>
                <a:spcPts val="0"/>
              </a:spcBef>
              <a:spcAft>
                <a:spcPts val="0"/>
              </a:spcAft>
              <a:buSzPts val="1800"/>
              <a:buAutoNum type="arabicPeriod"/>
            </a:pPr>
            <a:r>
              <a:rPr lang="en"/>
              <a:t>Stats Screen</a:t>
            </a:r>
            <a:endParaRPr/>
          </a:p>
          <a:p>
            <a:pPr indent="-342900" lvl="0" marL="457200" rtl="0" algn="l">
              <a:spcBef>
                <a:spcPts val="0"/>
              </a:spcBef>
              <a:spcAft>
                <a:spcPts val="0"/>
              </a:spcAft>
              <a:buSzPts val="1800"/>
              <a:buAutoNum type="arabicPeriod"/>
            </a:pPr>
            <a:r>
              <a:rPr lang="en"/>
              <a:t>Goal</a:t>
            </a:r>
            <a:r>
              <a:rPr lang="en"/>
              <a:t>s Screen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6"/>
          <p:cNvPicPr preferRelativeResize="0"/>
          <p:nvPr/>
        </p:nvPicPr>
        <p:blipFill>
          <a:blip r:embed="rId3">
            <a:alphaModFix/>
          </a:blip>
          <a:stretch>
            <a:fillRect/>
          </a:stretch>
        </p:blipFill>
        <p:spPr>
          <a:xfrm>
            <a:off x="1388538" y="572700"/>
            <a:ext cx="6366918" cy="4407025"/>
          </a:xfrm>
          <a:prstGeom prst="rect">
            <a:avLst/>
          </a:prstGeom>
          <a:noFill/>
          <a:ln>
            <a:noFill/>
          </a:ln>
        </p:spPr>
      </p:pic>
      <p:sp>
        <p:nvSpPr>
          <p:cNvPr id="136" name="Google Shape;136;p26"/>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Block Diagram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Entity-Relationship Diagram</a:t>
            </a:r>
            <a:endParaRPr/>
          </a:p>
        </p:txBody>
      </p:sp>
      <p:pic>
        <p:nvPicPr>
          <p:cNvPr id="142" name="Google Shape;142;p27" title="RepQuest ERD.drawio (1).png"/>
          <p:cNvPicPr preferRelativeResize="0"/>
          <p:nvPr/>
        </p:nvPicPr>
        <p:blipFill>
          <a:blip r:embed="rId3">
            <a:alphaModFix/>
          </a:blip>
          <a:stretch>
            <a:fillRect/>
          </a:stretch>
        </p:blipFill>
        <p:spPr>
          <a:xfrm>
            <a:off x="1040750" y="491950"/>
            <a:ext cx="6939551" cy="4558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28"/>
          <p:cNvPicPr preferRelativeResize="0"/>
          <p:nvPr/>
        </p:nvPicPr>
        <p:blipFill rotWithShape="1">
          <a:blip r:embed="rId3">
            <a:alphaModFix/>
          </a:blip>
          <a:srcRect b="0" l="0" r="0" t="12319"/>
          <a:stretch/>
        </p:blipFill>
        <p:spPr>
          <a:xfrm>
            <a:off x="1886425" y="524750"/>
            <a:ext cx="5371149" cy="4466351"/>
          </a:xfrm>
          <a:prstGeom prst="rect">
            <a:avLst/>
          </a:prstGeom>
          <a:noFill/>
          <a:ln>
            <a:noFill/>
          </a:ln>
        </p:spPr>
      </p:pic>
      <p:sp>
        <p:nvSpPr>
          <p:cNvPr id="148" name="Google Shape;148;p28"/>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Component Diagram</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a:t>
            </a:r>
            <a:endParaRPr/>
          </a:p>
        </p:txBody>
      </p:sp>
      <p:sp>
        <p:nvSpPr>
          <p:cNvPr id="154" name="Google Shape;154;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Navigation bar and Settings Interface is Completed.</a:t>
            </a:r>
            <a:endParaRPr/>
          </a:p>
          <a:p>
            <a:pPr indent="-342900" lvl="0" marL="457200" rtl="0" algn="l">
              <a:spcBef>
                <a:spcPts val="0"/>
              </a:spcBef>
              <a:spcAft>
                <a:spcPts val="0"/>
              </a:spcAft>
              <a:buSzPts val="1800"/>
              <a:buChar char="●"/>
            </a:pPr>
            <a:r>
              <a:rPr lang="en"/>
              <a:t>Database tester has been created. </a:t>
            </a:r>
            <a:endParaRPr/>
          </a:p>
          <a:p>
            <a:pPr indent="-342900" lvl="0" marL="457200" rtl="0" algn="l">
              <a:spcBef>
                <a:spcPts val="0"/>
              </a:spcBef>
              <a:spcAft>
                <a:spcPts val="0"/>
              </a:spcAft>
              <a:buSzPts val="1800"/>
              <a:buChar char="●"/>
            </a:pPr>
            <a:r>
              <a:rPr lang="en"/>
              <a:t>Core UI Sections are in development.</a:t>
            </a:r>
            <a:endParaRPr/>
          </a:p>
          <a:p>
            <a:pPr indent="-342900" lvl="0" marL="457200" rtl="0" algn="l">
              <a:spcBef>
                <a:spcPts val="0"/>
              </a:spcBef>
              <a:spcAft>
                <a:spcPts val="0"/>
              </a:spcAft>
              <a:buSzPts val="1800"/>
              <a:buChar char="●"/>
            </a:pPr>
            <a:r>
              <a:rPr lang="en"/>
              <a:t>Next Focus : </a:t>
            </a:r>
            <a:endParaRPr/>
          </a:p>
          <a:p>
            <a:pPr indent="-317500" lvl="1" marL="914400" rtl="0" algn="l">
              <a:spcBef>
                <a:spcPts val="0"/>
              </a:spcBef>
              <a:spcAft>
                <a:spcPts val="0"/>
              </a:spcAft>
              <a:buSzPts val="1400"/>
              <a:buChar char="○"/>
            </a:pPr>
            <a:r>
              <a:rPr lang="en"/>
              <a:t>Completion of the Core UI</a:t>
            </a:r>
            <a:endParaRPr/>
          </a:p>
          <a:p>
            <a:pPr indent="-317500" lvl="1" marL="914400" rtl="0" algn="l">
              <a:spcBef>
                <a:spcPts val="0"/>
              </a:spcBef>
              <a:spcAft>
                <a:spcPts val="0"/>
              </a:spcAft>
              <a:buSzPts val="1400"/>
              <a:buChar char="○"/>
            </a:pPr>
            <a:r>
              <a:rPr lang="en"/>
              <a:t>Calendar</a:t>
            </a:r>
            <a:endParaRPr/>
          </a:p>
          <a:p>
            <a:pPr indent="-317500" lvl="1" marL="914400" rtl="0" algn="l">
              <a:spcBef>
                <a:spcPts val="0"/>
              </a:spcBef>
              <a:spcAft>
                <a:spcPts val="0"/>
              </a:spcAft>
              <a:buSzPts val="1400"/>
              <a:buChar char="○"/>
            </a:pPr>
            <a:r>
              <a:rPr lang="en"/>
              <a:t>Testing data</a:t>
            </a:r>
            <a:endParaRPr/>
          </a:p>
          <a:p>
            <a:pPr indent="-317500" lvl="1" marL="914400" rtl="0" algn="l">
              <a:spcBef>
                <a:spcPts val="0"/>
              </a:spcBef>
              <a:spcAft>
                <a:spcPts val="0"/>
              </a:spcAft>
              <a:buSzPts val="1400"/>
              <a:buChar char="○"/>
            </a:pPr>
            <a:r>
              <a:rPr lang="en"/>
              <a:t>Gamification layer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0" name="Google Shape;160;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Thank you all for your time!</a:t>
            </a:r>
            <a:endParaRPr sz="3000"/>
          </a:p>
          <a:p>
            <a:pPr indent="0" lvl="0" marL="0" rtl="0" algn="l">
              <a:spcBef>
                <a:spcPts val="1200"/>
              </a:spcBef>
              <a:spcAft>
                <a:spcPts val="1200"/>
              </a:spcAft>
              <a:buNone/>
            </a:pPr>
            <a:r>
              <a:rPr lang="en" sz="3000"/>
              <a:t>	-RepQuest</a:t>
            </a:r>
            <a:endParaRPr sz="3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