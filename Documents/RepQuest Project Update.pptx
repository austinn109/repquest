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1"/>
  </p:notesMasterIdLst>
  <p:sldIdLst>
    <p:sldId id="256" r:id="rId2"/>
    <p:sldId id="257" r:id="rId3"/>
    <p:sldId id="258" r:id="rId4"/>
    <p:sldId id="259" r:id="rId5"/>
    <p:sldId id="260" r:id="rId6"/>
    <p:sldId id="274"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6858000" cy="9144000"/>
  <p:embeddedFontLst>
    <p:embeddedFont>
      <p:font typeface="Average" panose="020B0604020202020204" charset="0"/>
      <p:regular r:id="rId22"/>
    </p:embeddedFont>
    <p:embeddedFont>
      <p:font typeface="Oswald" panose="020F0502020204030204" pitchFamily="2"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8928004ca6_0_23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8928004ca6_0_2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8928004ca6_0_23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8928004ca6_0_2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8928004ca6_0_23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8928004ca6_0_23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9fa457f8e3_1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39fa457f8e3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9fa457f8e3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39fa457f8e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9fa457f8e3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39fa457f8e3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9fa457f8e3_1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9fa457f8e3_1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9f864c943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9f864c943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9fa457f8e3_1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9fa457f8e3_1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9fa457f8e3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9fa457f8e3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9fa457f8e3_1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9fa457f8e3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9fa457f8e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39fa457f8e3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9fa457f8e3_1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9fa457f8e3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893396b290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893396b290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89550eb5c3_2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89550eb5c3_2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85d2f7828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85d2f7828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9f864c9432_0_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9f864c943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9f864c9432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9f864c9432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479962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4137525" y="2915950"/>
              <a:ext cx="207000" cy="20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14;p2"/>
          <p:cNvSpPr txBox="1">
            <a:spLocks noGrp="1"/>
          </p:cNvSpPr>
          <p:nvPr>
            <p:ph type="ctrTitle"/>
          </p:nvPr>
        </p:nvSpPr>
        <p:spPr>
          <a:xfrm>
            <a:off x="671258" y="990800"/>
            <a:ext cx="7801500" cy="1730100"/>
          </a:xfrm>
          <a:prstGeom prst="rect">
            <a:avLst/>
          </a:prstGeom>
        </p:spPr>
        <p:txBody>
          <a:bodyPr spcFirstLastPara="1" wrap="square" lIns="91425" tIns="91425" rIns="91425" bIns="91425" anchor="b" anchorCtr="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5" name="Google Shape;15;p2"/>
          <p:cNvSpPr txBox="1">
            <a:spLocks noGrp="1"/>
          </p:cNvSpPr>
          <p:nvPr>
            <p:ph type="subTitle" idx="1"/>
          </p:nvPr>
        </p:nvSpPr>
        <p:spPr>
          <a:xfrm>
            <a:off x="671250" y="3174876"/>
            <a:ext cx="7801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6" name="Google Shape;16;p2"/>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9" name="Google Shape;19;p3"/>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62271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38" name="Google Shape;38;p8"/>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2" name="Google Shape;42;p9"/>
          <p:cNvSpPr txBox="1">
            <a:spLocks noGrp="1"/>
          </p:cNvSpPr>
          <p:nvPr>
            <p:ph type="title"/>
          </p:nvPr>
        </p:nvSpPr>
        <p:spPr>
          <a:xfrm>
            <a:off x="265500" y="1081400"/>
            <a:ext cx="4045200" cy="1710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3" name="Google Shape;43;p9"/>
          <p:cNvSpPr txBox="1">
            <a:spLocks noGrp="1"/>
          </p:cNvSpPr>
          <p:nvPr>
            <p:ph type="subTitle" idx="1"/>
          </p:nvPr>
        </p:nvSpPr>
        <p:spPr>
          <a:xfrm>
            <a:off x="265500" y="28452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45" name="Google Shape;45;p9"/>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a:endParaRPr/>
          </a:p>
        </p:txBody>
      </p:sp>
      <p:sp>
        <p:nvSpPr>
          <p:cNvPr id="48" name="Google Shape;48;p10"/>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255275"/>
            <a:ext cx="8520600" cy="1890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12"/>
          <p:cNvSpPr txBox="1">
            <a:spLocks noGrp="1"/>
          </p:cNvSpPr>
          <p:nvPr>
            <p:ph type="sldNum" idx="12"/>
          </p:nvPr>
        </p:nvSpPr>
        <p:spPr>
          <a:xfrm>
            <a:off x="8490250" y="468100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at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marL="914400" lvl="1"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marL="1371600" lvl="2"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marL="1828800" lvl="3"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marL="2286000" lvl="4"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marL="2743200" lvl="5"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marL="3200400" lvl="6"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marL="3657600" lvl="7"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marL="4114800" lvl="8" indent="-3175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9pPr>
          </a:lstStyle>
          <a:p>
            <a:endParaRPr/>
          </a:p>
        </p:txBody>
      </p:sp>
      <p:sp>
        <p:nvSpPr>
          <p:cNvPr id="8" name="Google Shape;8;p1"/>
          <p:cNvSpPr txBox="1">
            <a:spLocks noGrp="1"/>
          </p:cNvSpPr>
          <p:nvPr>
            <p:ph type="sldNum" idx="12"/>
          </p:nvPr>
        </p:nvSpPr>
        <p:spPr>
          <a:xfrm>
            <a:off x="8490250" y="4681009"/>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3"/>
          <p:cNvSpPr txBox="1">
            <a:spLocks noGrp="1"/>
          </p:cNvSpPr>
          <p:nvPr>
            <p:ph type="ctrTitle"/>
          </p:nvPr>
        </p:nvSpPr>
        <p:spPr>
          <a:xfrm>
            <a:off x="671258" y="990800"/>
            <a:ext cx="7801500" cy="17301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RepQuest Status Update</a:t>
            </a:r>
            <a:endParaRPr/>
          </a:p>
        </p:txBody>
      </p:sp>
      <p:sp>
        <p:nvSpPr>
          <p:cNvPr id="60" name="Google Shape;60;p13"/>
          <p:cNvSpPr txBox="1">
            <a:spLocks noGrp="1"/>
          </p:cNvSpPr>
          <p:nvPr>
            <p:ph type="subTitle" idx="1"/>
          </p:nvPr>
        </p:nvSpPr>
        <p:spPr>
          <a:xfrm>
            <a:off x="671250" y="3174876"/>
            <a:ext cx="7801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Dylan Hulon, Austin Jones, Benjamin Johnson, Jaylen Cook</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We are RepQuest!!</a:t>
            </a:r>
            <a:endParaRPr/>
          </a:p>
        </p:txBody>
      </p:sp>
      <p:sp>
        <p:nvSpPr>
          <p:cNvPr id="66" name="Google Shape;66;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We will be discussing the current status update of RepQuest.</a:t>
            </a:r>
            <a:br>
              <a:rPr lang="en"/>
            </a:br>
            <a:endParaRPr/>
          </a:p>
          <a:p>
            <a:pPr marL="457200" lvl="0" indent="-342900" algn="l" rtl="0">
              <a:spcBef>
                <a:spcPts val="0"/>
              </a:spcBef>
              <a:spcAft>
                <a:spcPts val="0"/>
              </a:spcAft>
              <a:buSzPts val="1800"/>
              <a:buChar char="●"/>
            </a:pPr>
            <a:r>
              <a:rPr lang="en"/>
              <a:t>We will be discussing: </a:t>
            </a:r>
            <a:endParaRPr/>
          </a:p>
          <a:p>
            <a:pPr marL="914400" lvl="1" indent="-317500" algn="l" rtl="0">
              <a:spcBef>
                <a:spcPts val="0"/>
              </a:spcBef>
              <a:spcAft>
                <a:spcPts val="0"/>
              </a:spcAft>
              <a:buSzPts val="1400"/>
              <a:buChar char="○"/>
            </a:pPr>
            <a:r>
              <a:rPr lang="en"/>
              <a:t>Quick Refresher</a:t>
            </a:r>
            <a:endParaRPr/>
          </a:p>
          <a:p>
            <a:pPr marL="914400" lvl="1" indent="-317500" algn="l" rtl="0">
              <a:spcBef>
                <a:spcPts val="0"/>
              </a:spcBef>
              <a:spcAft>
                <a:spcPts val="0"/>
              </a:spcAft>
              <a:buSzPts val="1400"/>
              <a:buChar char="○"/>
            </a:pPr>
            <a:r>
              <a:rPr lang="en"/>
              <a:t>What Has Been Worked On</a:t>
            </a:r>
            <a:endParaRPr/>
          </a:p>
          <a:p>
            <a:pPr marL="914400" lvl="1" indent="-317500" algn="l" rtl="0">
              <a:spcBef>
                <a:spcPts val="0"/>
              </a:spcBef>
              <a:spcAft>
                <a:spcPts val="0"/>
              </a:spcAft>
              <a:buSzPts val="1400"/>
              <a:buChar char="○"/>
            </a:pPr>
            <a:r>
              <a:rPr lang="en"/>
              <a:t>Whats Next!</a:t>
            </a:r>
            <a:endParaRPr/>
          </a:p>
          <a:p>
            <a:pPr marL="914400" lvl="1" indent="-317500" algn="l" rtl="0">
              <a:spcBef>
                <a:spcPts val="0"/>
              </a:spcBef>
              <a:spcAft>
                <a:spcPts val="0"/>
              </a:spcAft>
              <a:buSzPts val="1400"/>
              <a:buChar char="○"/>
            </a:pPr>
            <a:r>
              <a:rPr lang="en"/>
              <a:t>The Workload Plan</a:t>
            </a:r>
            <a:endParaRPr/>
          </a:p>
          <a:p>
            <a:pPr marL="914400" lvl="1" indent="-317500" algn="l" rtl="0">
              <a:spcBef>
                <a:spcPts val="0"/>
              </a:spcBef>
              <a:spcAft>
                <a:spcPts val="0"/>
              </a:spcAft>
              <a:buSzPts val="1400"/>
              <a:buChar char="○"/>
            </a:pPr>
            <a:r>
              <a:rPr lang="en"/>
              <a:t>Block Diagram</a:t>
            </a:r>
            <a:endParaRPr/>
          </a:p>
          <a:p>
            <a:pPr marL="914400" lvl="1" indent="-317500" algn="l" rtl="0">
              <a:spcBef>
                <a:spcPts val="0"/>
              </a:spcBef>
              <a:spcAft>
                <a:spcPts val="0"/>
              </a:spcAft>
              <a:buSzPts val="1400"/>
              <a:buChar char="○"/>
            </a:pPr>
            <a:r>
              <a:rPr lang="en"/>
              <a:t>Entity-Relationship Diagram (ERD)</a:t>
            </a:r>
            <a:endParaRPr/>
          </a:p>
          <a:p>
            <a:pPr marL="914400" lvl="1" indent="-317500" algn="l" rtl="0">
              <a:spcBef>
                <a:spcPts val="0"/>
              </a:spcBef>
              <a:spcAft>
                <a:spcPts val="0"/>
              </a:spcAft>
              <a:buSzPts val="1400"/>
              <a:buChar char="○"/>
            </a:pPr>
            <a:r>
              <a:rPr lang="en"/>
              <a:t>Component Diagram</a:t>
            </a:r>
            <a:endParaRPr/>
          </a:p>
          <a:p>
            <a:pPr marL="914400" lvl="0" indent="0" algn="l" rtl="0">
              <a:spcBef>
                <a:spcPts val="120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219225"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Quick Refresh(update this)</a:t>
            </a:r>
            <a:endParaRPr/>
          </a:p>
        </p:txBody>
      </p:sp>
      <p:sp>
        <p:nvSpPr>
          <p:cNvPr id="72" name="Google Shape;72;p15"/>
          <p:cNvSpPr txBox="1">
            <a:spLocks noGrp="1"/>
          </p:cNvSpPr>
          <p:nvPr>
            <p:ph type="body" idx="1"/>
          </p:nvPr>
        </p:nvSpPr>
        <p:spPr>
          <a:xfrm>
            <a:off x="219225"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RepQuest is an Android Fitness App</a:t>
            </a:r>
            <a:endParaRPr/>
          </a:p>
          <a:p>
            <a:pPr marL="457200" lvl="0" indent="-342900" algn="l" rtl="0">
              <a:spcBef>
                <a:spcPts val="0"/>
              </a:spcBef>
              <a:spcAft>
                <a:spcPts val="0"/>
              </a:spcAft>
              <a:buSzPts val="1800"/>
              <a:buChar char="●"/>
            </a:pPr>
            <a:r>
              <a:rPr lang="en"/>
              <a:t>RepQuest will allow the user create and save custom workout templates.</a:t>
            </a:r>
            <a:endParaRPr/>
          </a:p>
          <a:p>
            <a:pPr marL="457200" lvl="0" indent="-342900" algn="l" rtl="0">
              <a:spcBef>
                <a:spcPts val="0"/>
              </a:spcBef>
              <a:spcAft>
                <a:spcPts val="0"/>
              </a:spcAft>
              <a:buSzPts val="1800"/>
              <a:buChar char="●"/>
            </a:pPr>
            <a:r>
              <a:rPr lang="en"/>
              <a:t>User will be able to upload and track workout history, stats, and goals.</a:t>
            </a:r>
            <a:endParaRPr/>
          </a:p>
          <a:p>
            <a:pPr marL="457200" lvl="0" indent="-342900" algn="l" rtl="0">
              <a:spcBef>
                <a:spcPts val="0"/>
              </a:spcBef>
              <a:spcAft>
                <a:spcPts val="0"/>
              </a:spcAft>
              <a:buSzPts val="1800"/>
              <a:buChar char="●"/>
            </a:pPr>
            <a:r>
              <a:rPr lang="en"/>
              <a:t>Customize a personal avatar with unlockable items.</a:t>
            </a:r>
            <a:endParaRPr/>
          </a:p>
          <a:p>
            <a:pPr marL="457200" lvl="0" indent="-342900" algn="l" rtl="0">
              <a:spcBef>
                <a:spcPts val="0"/>
              </a:spcBef>
              <a:spcAft>
                <a:spcPts val="0"/>
              </a:spcAft>
              <a:buSzPts val="1800"/>
              <a:buChar char="●"/>
            </a:pPr>
            <a:r>
              <a:rPr lang="en"/>
              <a:t>Earn rewards through achievements and progress.</a:t>
            </a:r>
            <a:endParaRPr/>
          </a:p>
          <a:p>
            <a:pPr marL="457200" lvl="0" indent="-342900" algn="l" rtl="0">
              <a:spcBef>
                <a:spcPts val="0"/>
              </a:spcBef>
              <a:spcAft>
                <a:spcPts val="0"/>
              </a:spcAft>
              <a:buSzPts val="1800"/>
              <a:buChar char="●"/>
            </a:pPr>
            <a:r>
              <a:rPr lang="en"/>
              <a:t>Combines fitness with a gamified motivation!</a:t>
            </a:r>
            <a:endParaRPr/>
          </a:p>
          <a:p>
            <a:pPr marL="457200" lvl="0" indent="0" algn="l" rtl="0">
              <a:spcBef>
                <a:spcPts val="1200"/>
              </a:spcBef>
              <a:spcAft>
                <a:spcPts val="120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6"/>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NavBar</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NavBar (Completed)</a:t>
            </a:r>
            <a:endParaRPr/>
          </a:p>
        </p:txBody>
      </p:sp>
      <p:sp>
        <p:nvSpPr>
          <p:cNvPr id="83" name="Google Shape;83;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navigation bar itself is completed.</a:t>
            </a:r>
            <a:endParaRPr/>
          </a:p>
          <a:p>
            <a:pPr marL="914400" lvl="1" indent="-317500" algn="l" rtl="0">
              <a:spcBef>
                <a:spcPts val="0"/>
              </a:spcBef>
              <a:spcAft>
                <a:spcPts val="0"/>
              </a:spcAft>
              <a:buSzPts val="1400"/>
              <a:buChar char="○"/>
            </a:pPr>
            <a:r>
              <a:rPr lang="en"/>
              <a:t>Settings Menu</a:t>
            </a:r>
            <a:endParaRPr/>
          </a:p>
          <a:p>
            <a:pPr marL="1371600" lvl="2" indent="-317500" algn="l" rtl="0">
              <a:spcBef>
                <a:spcPts val="0"/>
              </a:spcBef>
              <a:spcAft>
                <a:spcPts val="0"/>
              </a:spcAft>
              <a:buSzPts val="1400"/>
              <a:buChar char="■"/>
            </a:pPr>
            <a:r>
              <a:rPr lang="en"/>
              <a:t>Drop down menu for the default unit of time implemented</a:t>
            </a:r>
            <a:endParaRPr/>
          </a:p>
          <a:p>
            <a:pPr marL="1371600" lvl="2" indent="-317500" algn="l" rtl="0">
              <a:spcBef>
                <a:spcPts val="0"/>
              </a:spcBef>
              <a:spcAft>
                <a:spcPts val="0"/>
              </a:spcAft>
              <a:buSzPts val="1400"/>
              <a:buChar char="■"/>
            </a:pPr>
            <a:r>
              <a:rPr lang="en"/>
              <a:t>Drop down menu for the default unit of distance implemented</a:t>
            </a:r>
            <a:endParaRPr/>
          </a:p>
          <a:p>
            <a:pPr marL="1371600" lvl="2" indent="-317500" algn="l" rtl="0">
              <a:spcBef>
                <a:spcPts val="0"/>
              </a:spcBef>
              <a:spcAft>
                <a:spcPts val="0"/>
              </a:spcAft>
              <a:buSzPts val="1400"/>
              <a:buChar char="■"/>
            </a:pPr>
            <a:r>
              <a:rPr lang="en"/>
              <a:t>Toggle for vibrations implemented</a:t>
            </a:r>
            <a:endParaRPr/>
          </a:p>
          <a:p>
            <a:pPr marL="1371600" lvl="2" indent="-317500" algn="l" rtl="0">
              <a:spcBef>
                <a:spcPts val="0"/>
              </a:spcBef>
              <a:spcAft>
                <a:spcPts val="0"/>
              </a:spcAft>
              <a:buSzPts val="1400"/>
              <a:buChar char="■"/>
            </a:pPr>
            <a:r>
              <a:rPr lang="en"/>
              <a:t>Toggle for Chimes implemented</a:t>
            </a:r>
            <a:endParaRPr/>
          </a:p>
          <a:p>
            <a:pPr marL="1371600" lvl="2" indent="-317500" algn="l" rtl="0">
              <a:spcBef>
                <a:spcPts val="0"/>
              </a:spcBef>
              <a:spcAft>
                <a:spcPts val="0"/>
              </a:spcAft>
              <a:buSzPts val="1400"/>
              <a:buChar char="■"/>
            </a:pPr>
            <a:r>
              <a:rPr lang="en"/>
              <a:t>UI buttons to upload or download data from server implemented</a:t>
            </a:r>
            <a:endParaRPr/>
          </a:p>
          <a:p>
            <a:pPr marL="914400" lvl="1" indent="-317500" algn="l" rtl="0">
              <a:spcBef>
                <a:spcPts val="0"/>
              </a:spcBef>
              <a:spcAft>
                <a:spcPts val="0"/>
              </a:spcAft>
              <a:buSzPts val="1400"/>
              <a:buChar char="○"/>
            </a:pPr>
            <a:r>
              <a:rPr lang="en"/>
              <a:t>Workout Menu</a:t>
            </a:r>
            <a:endParaRPr/>
          </a:p>
          <a:p>
            <a:pPr marL="1371600" lvl="2" indent="-317500" algn="l" rtl="0">
              <a:spcBef>
                <a:spcPts val="0"/>
              </a:spcBef>
              <a:spcAft>
                <a:spcPts val="0"/>
              </a:spcAft>
              <a:buSzPts val="1400"/>
              <a:buChar char="■"/>
            </a:pPr>
            <a:r>
              <a:rPr lang="en"/>
              <a:t>RepQuest Title implemented</a:t>
            </a:r>
            <a:endParaRPr/>
          </a:p>
          <a:p>
            <a:pPr marL="1371600" lvl="2" indent="-317500" algn="l" rtl="0">
              <a:spcBef>
                <a:spcPts val="0"/>
              </a:spcBef>
              <a:spcAft>
                <a:spcPts val="0"/>
              </a:spcAft>
              <a:buSzPts val="1400"/>
              <a:buChar char="■"/>
            </a:pPr>
            <a:r>
              <a:rPr lang="en"/>
              <a:t>Create Exercise Button created but has no implementation</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526FF57-46CE-6316-B83C-E50D24672759}"/>
              </a:ext>
            </a:extLst>
          </p:cNvPr>
          <p:cNvSpPr>
            <a:spLocks noGrp="1"/>
          </p:cNvSpPr>
          <p:nvPr>
            <p:ph type="body" idx="1"/>
          </p:nvPr>
        </p:nvSpPr>
        <p:spPr>
          <a:xfrm>
            <a:off x="311700" y="401782"/>
            <a:ext cx="8520600" cy="4167093"/>
          </a:xfrm>
        </p:spPr>
        <p:txBody>
          <a:bodyPr/>
          <a:lstStyle/>
          <a:p>
            <a:endParaRPr lang="en-US" dirty="0"/>
          </a:p>
        </p:txBody>
      </p:sp>
      <p:pic>
        <p:nvPicPr>
          <p:cNvPr id="9" name="Picture 8" descr="A screenshot of a phone&#10;&#10;AI-generated content may be incorrect.">
            <a:extLst>
              <a:ext uri="{FF2B5EF4-FFF2-40B4-BE49-F238E27FC236}">
                <a16:creationId xmlns:a16="http://schemas.microsoft.com/office/drawing/2014/main" id="{68F2A7BC-AC0B-4FCC-8A0F-81D15B3A057F}"/>
              </a:ext>
            </a:extLst>
          </p:cNvPr>
          <p:cNvPicPr>
            <a:picLocks noChangeAspect="1"/>
          </p:cNvPicPr>
          <p:nvPr/>
        </p:nvPicPr>
        <p:blipFill>
          <a:blip r:embed="rId2"/>
          <a:stretch>
            <a:fillRect/>
          </a:stretch>
        </p:blipFill>
        <p:spPr>
          <a:xfrm>
            <a:off x="1551274" y="0"/>
            <a:ext cx="2314575" cy="514350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1D76DB55-DB24-6D1E-D237-0E3233524410}"/>
              </a:ext>
            </a:extLst>
          </p:cNvPr>
          <p:cNvPicPr>
            <a:picLocks noChangeAspect="1"/>
          </p:cNvPicPr>
          <p:nvPr/>
        </p:nvPicPr>
        <p:blipFill>
          <a:blip r:embed="rId3"/>
          <a:stretch>
            <a:fillRect/>
          </a:stretch>
        </p:blipFill>
        <p:spPr>
          <a:xfrm>
            <a:off x="5278151" y="0"/>
            <a:ext cx="2314575" cy="5143500"/>
          </a:xfrm>
          <a:prstGeom prst="rect">
            <a:avLst/>
          </a:prstGeom>
        </p:spPr>
      </p:pic>
    </p:spTree>
    <p:extLst>
      <p:ext uri="{BB962C8B-B14F-4D97-AF65-F5344CB8AC3E}">
        <p14:creationId xmlns:p14="http://schemas.microsoft.com/office/powerpoint/2010/main" val="32469302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NavBar (In progress)</a:t>
            </a:r>
            <a:endParaRPr/>
          </a:p>
        </p:txBody>
      </p:sp>
      <p:sp>
        <p:nvSpPr>
          <p:cNvPr id="89" name="Google Shape;89;p18"/>
          <p:cNvSpPr txBox="1">
            <a:spLocks noGrp="1"/>
          </p:cNvSpPr>
          <p:nvPr>
            <p:ph type="body" idx="1"/>
          </p:nvPr>
        </p:nvSpPr>
        <p:spPr>
          <a:xfrm>
            <a:off x="311700" y="1106250"/>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These components are still in their development phase, and are soon to be implemented. </a:t>
            </a:r>
            <a:endParaRPr/>
          </a:p>
          <a:p>
            <a:pPr marL="457200" lvl="0" indent="-342900" algn="l" rtl="0">
              <a:spcBef>
                <a:spcPts val="0"/>
              </a:spcBef>
              <a:spcAft>
                <a:spcPts val="0"/>
              </a:spcAft>
              <a:buSzPts val="1800"/>
              <a:buChar char="●"/>
            </a:pPr>
            <a:r>
              <a:rPr lang="en"/>
              <a:t>User Interfaces</a:t>
            </a:r>
            <a:endParaRPr/>
          </a:p>
          <a:p>
            <a:pPr marL="914400" lvl="1" indent="-317500" algn="l" rtl="0">
              <a:spcBef>
                <a:spcPts val="0"/>
              </a:spcBef>
              <a:spcAft>
                <a:spcPts val="0"/>
              </a:spcAft>
              <a:buSzPts val="1400"/>
              <a:buChar char="○"/>
            </a:pPr>
            <a:r>
              <a:rPr lang="en"/>
              <a:t>Navigation Bar Components</a:t>
            </a:r>
            <a:endParaRPr/>
          </a:p>
          <a:p>
            <a:pPr marL="1371600" lvl="2" indent="-317500" algn="l" rtl="0">
              <a:spcBef>
                <a:spcPts val="0"/>
              </a:spcBef>
              <a:spcAft>
                <a:spcPts val="0"/>
              </a:spcAft>
              <a:buSzPts val="1400"/>
              <a:buChar char="■"/>
            </a:pPr>
            <a:r>
              <a:rPr lang="en"/>
              <a:t>Goals </a:t>
            </a:r>
            <a:endParaRPr/>
          </a:p>
          <a:p>
            <a:pPr marL="1371600" lvl="2" indent="-317500" algn="l" rtl="0">
              <a:spcBef>
                <a:spcPts val="0"/>
              </a:spcBef>
              <a:spcAft>
                <a:spcPts val="0"/>
              </a:spcAft>
              <a:buSzPts val="1400"/>
              <a:buChar char="■"/>
            </a:pPr>
            <a:r>
              <a:rPr lang="en"/>
              <a:t>History </a:t>
            </a:r>
            <a:endParaRPr/>
          </a:p>
          <a:p>
            <a:pPr marL="1371600" lvl="2" indent="-317500" algn="l" rtl="0">
              <a:spcBef>
                <a:spcPts val="0"/>
              </a:spcBef>
              <a:spcAft>
                <a:spcPts val="0"/>
              </a:spcAft>
              <a:buSzPts val="1400"/>
              <a:buChar char="■"/>
            </a:pPr>
            <a:r>
              <a:rPr lang="en"/>
              <a:t>Workout </a:t>
            </a:r>
            <a:endParaRPr/>
          </a:p>
          <a:p>
            <a:pPr marL="1371600" lvl="2" indent="-317500" algn="l" rtl="0">
              <a:spcBef>
                <a:spcPts val="0"/>
              </a:spcBef>
              <a:spcAft>
                <a:spcPts val="0"/>
              </a:spcAft>
              <a:buSzPts val="1400"/>
              <a:buChar char="■"/>
            </a:pPr>
            <a:r>
              <a:rPr lang="en"/>
              <a:t>Statistics</a:t>
            </a:r>
            <a:endParaRPr/>
          </a:p>
          <a:p>
            <a:pPr marL="457200" lvl="0" indent="-342900" algn="l" rtl="0">
              <a:spcBef>
                <a:spcPts val="0"/>
              </a:spcBef>
              <a:spcAft>
                <a:spcPts val="0"/>
              </a:spcAft>
              <a:buSzPts val="1800"/>
              <a:buChar char="●"/>
            </a:pPr>
            <a:r>
              <a:rPr lang="en"/>
              <a:t>There are placeholders for them at the moment, however, their functionality is not yet complete, but is in development.</a:t>
            </a:r>
            <a:endParaRPr/>
          </a:p>
          <a:p>
            <a:pPr marL="1371600" lvl="0" indent="0" algn="l" rtl="0">
              <a:spcBef>
                <a:spcPts val="1200"/>
              </a:spcBef>
              <a:spcAft>
                <a:spcPts val="0"/>
              </a:spcAft>
              <a:buNone/>
            </a:pPr>
            <a:endParaRPr sz="1400"/>
          </a:p>
          <a:p>
            <a:pPr marL="1371600" lvl="0" indent="0" algn="l" rtl="0">
              <a:spcBef>
                <a:spcPts val="1200"/>
              </a:spcBef>
              <a:spcAft>
                <a:spcPts val="1200"/>
              </a:spcAft>
              <a:buNone/>
            </a:pPr>
            <a:endParaRPr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9"/>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Database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0"/>
          <p:cNvSpPr txBox="1">
            <a:spLocks noGrp="1"/>
          </p:cNvSpPr>
          <p:nvPr>
            <p:ph type="title"/>
          </p:nvPr>
        </p:nvSpPr>
        <p:spPr>
          <a:xfrm>
            <a:off x="311700" y="445025"/>
            <a:ext cx="53268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Database Tester</a:t>
            </a:r>
            <a:endParaRPr/>
          </a:p>
        </p:txBody>
      </p:sp>
      <p:sp>
        <p:nvSpPr>
          <p:cNvPr id="100" name="Google Shape;100;p20"/>
          <p:cNvSpPr txBox="1">
            <a:spLocks noGrp="1"/>
          </p:cNvSpPr>
          <p:nvPr>
            <p:ph type="body" idx="1"/>
          </p:nvPr>
        </p:nvSpPr>
        <p:spPr>
          <a:xfrm>
            <a:off x="311700" y="1152475"/>
            <a:ext cx="53268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This tester has been constructed to demonstrate core database operations</a:t>
            </a:r>
            <a:br>
              <a:rPr lang="en"/>
            </a:br>
            <a:endParaRPr/>
          </a:p>
          <a:p>
            <a:pPr marL="457200" lvl="0" indent="-342900" algn="l" rtl="0">
              <a:spcBef>
                <a:spcPts val="0"/>
              </a:spcBef>
              <a:spcAft>
                <a:spcPts val="0"/>
              </a:spcAft>
              <a:buSzPts val="1800"/>
              <a:buChar char="●"/>
            </a:pPr>
            <a:r>
              <a:rPr lang="en"/>
              <a:t>This is only for testing purposes, to help refine the final database layout and structure</a:t>
            </a:r>
            <a:br>
              <a:rPr lang="en"/>
            </a:br>
            <a:endParaRPr/>
          </a:p>
          <a:p>
            <a:pPr marL="457200" lvl="0" indent="-342900" algn="l" rtl="0">
              <a:spcBef>
                <a:spcPts val="0"/>
              </a:spcBef>
              <a:spcAft>
                <a:spcPts val="0"/>
              </a:spcAft>
              <a:buSzPts val="1800"/>
              <a:buChar char="●"/>
            </a:pPr>
            <a:r>
              <a:rPr lang="en"/>
              <a:t>Database development has not deviated from the original proposal</a:t>
            </a:r>
            <a:endParaRPr/>
          </a:p>
        </p:txBody>
      </p:sp>
      <p:pic>
        <p:nvPicPr>
          <p:cNvPr id="101" name="Google Shape;101;p20"/>
          <p:cNvPicPr preferRelativeResize="0"/>
          <p:nvPr/>
        </p:nvPicPr>
        <p:blipFill>
          <a:blip r:embed="rId3">
            <a:alphaModFix/>
          </a:blip>
          <a:stretch>
            <a:fillRect/>
          </a:stretch>
        </p:blipFill>
        <p:spPr>
          <a:xfrm>
            <a:off x="5638500" y="162663"/>
            <a:ext cx="3362950" cy="48181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1"/>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Next to be Implemented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What’s Next	</a:t>
            </a:r>
            <a:endParaRPr/>
          </a:p>
        </p:txBody>
      </p:sp>
      <p:sp>
        <p:nvSpPr>
          <p:cNvPr id="112" name="Google Shape;112;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Test Data Set</a:t>
            </a:r>
            <a:endParaRPr/>
          </a:p>
          <a:p>
            <a:pPr marL="914400" lvl="1" indent="-317500" algn="l" rtl="0">
              <a:spcBef>
                <a:spcPts val="0"/>
              </a:spcBef>
              <a:spcAft>
                <a:spcPts val="0"/>
              </a:spcAft>
              <a:buSzPts val="1400"/>
              <a:buChar char="○"/>
            </a:pPr>
            <a:r>
              <a:rPr lang="en"/>
              <a:t>Create a test data to be able to test many components of the program before the creation aspect is made</a:t>
            </a:r>
            <a:endParaRPr/>
          </a:p>
          <a:p>
            <a:pPr marL="1371600" lvl="2" indent="-317500" algn="l" rtl="0">
              <a:spcBef>
                <a:spcPts val="0"/>
              </a:spcBef>
              <a:spcAft>
                <a:spcPts val="0"/>
              </a:spcAft>
              <a:buSzPts val="1400"/>
              <a:buChar char="■"/>
            </a:pPr>
            <a:r>
              <a:rPr lang="en"/>
              <a:t>This will allow us to test many portions of our app without having to create a workout template each time</a:t>
            </a:r>
            <a:endParaRPr/>
          </a:p>
          <a:p>
            <a:pPr marL="1371600" lvl="2" indent="-317500" algn="l" rtl="0">
              <a:spcBef>
                <a:spcPts val="0"/>
              </a:spcBef>
              <a:spcAft>
                <a:spcPts val="0"/>
              </a:spcAft>
              <a:buSzPts val="1400"/>
              <a:buChar char="■"/>
            </a:pPr>
            <a:r>
              <a:rPr lang="en"/>
              <a:t>This will also allow us to see what kind of data we’ll be dealing with and what we should and shouldn’t let the user be able to input</a:t>
            </a:r>
            <a:endParaRPr/>
          </a:p>
          <a:p>
            <a:pPr marL="457200" lvl="0" indent="-342900" algn="l" rtl="0">
              <a:spcBef>
                <a:spcPts val="0"/>
              </a:spcBef>
              <a:spcAft>
                <a:spcPts val="0"/>
              </a:spcAft>
              <a:buSzPts val="1800"/>
              <a:buChar char="●"/>
            </a:pPr>
            <a:r>
              <a:rPr lang="en"/>
              <a:t>History Screen</a:t>
            </a:r>
            <a:endParaRPr/>
          </a:p>
          <a:p>
            <a:pPr marL="914400" lvl="1" indent="-317500" algn="l" rtl="0">
              <a:spcBef>
                <a:spcPts val="0"/>
              </a:spcBef>
              <a:spcAft>
                <a:spcPts val="0"/>
              </a:spcAft>
              <a:buSzPts val="1400"/>
              <a:buChar char="○"/>
            </a:pPr>
            <a:r>
              <a:rPr lang="en"/>
              <a:t>Create the UI for the history screen</a:t>
            </a:r>
            <a:endParaRPr/>
          </a:p>
          <a:p>
            <a:pPr marL="1371600" lvl="2" indent="-317500" algn="l" rtl="0">
              <a:spcBef>
                <a:spcPts val="0"/>
              </a:spcBef>
              <a:spcAft>
                <a:spcPts val="0"/>
              </a:spcAft>
              <a:buSzPts val="1400"/>
              <a:buChar char="■"/>
            </a:pPr>
            <a:r>
              <a:rPr lang="en"/>
              <a:t>Being able to display the history of our stored data is one of the highest hurdles of creating our app. Tackling this hurdle early will allow us to determine whether we should keep this idea or modify it to make it easier to produce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3"/>
          <p:cNvSpPr txBox="1">
            <a:spLocks noGrp="1"/>
          </p:cNvSpPr>
          <p:nvPr>
            <p:ph type="title"/>
          </p:nvPr>
        </p:nvSpPr>
        <p:spPr>
          <a:xfrm>
            <a:off x="671250" y="2141250"/>
            <a:ext cx="7852200" cy="861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Roadmap</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Not Implemented yet</a:t>
            </a:r>
            <a:endParaRPr/>
          </a:p>
        </p:txBody>
      </p:sp>
      <p:sp>
        <p:nvSpPr>
          <p:cNvPr id="123" name="Google Shape;123;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
              <a:t>Gamification Layer</a:t>
            </a:r>
            <a:endParaRPr/>
          </a:p>
          <a:p>
            <a:pPr marL="914400" lvl="1" indent="-317500" algn="l" rtl="0">
              <a:spcBef>
                <a:spcPts val="0"/>
              </a:spcBef>
              <a:spcAft>
                <a:spcPts val="0"/>
              </a:spcAft>
              <a:buSzPts val="1400"/>
              <a:buChar char="○"/>
            </a:pPr>
            <a:r>
              <a:rPr lang="en"/>
              <a:t>Avatar Sprites</a:t>
            </a:r>
            <a:endParaRPr/>
          </a:p>
          <a:p>
            <a:pPr marL="914400" lvl="1" indent="-317500" algn="l" rtl="0">
              <a:spcBef>
                <a:spcPts val="0"/>
              </a:spcBef>
              <a:spcAft>
                <a:spcPts val="0"/>
              </a:spcAft>
              <a:buSzPts val="1400"/>
              <a:buChar char="○"/>
            </a:pPr>
            <a:r>
              <a:rPr lang="en"/>
              <a:t>Item Sprites</a:t>
            </a:r>
            <a:endParaRPr/>
          </a:p>
          <a:p>
            <a:pPr marL="914400" lvl="1" indent="-317500" algn="l" rtl="0">
              <a:spcBef>
                <a:spcPts val="0"/>
              </a:spcBef>
              <a:spcAft>
                <a:spcPts val="0"/>
              </a:spcAft>
              <a:buSzPts val="1400"/>
              <a:buChar char="○"/>
            </a:pPr>
            <a:r>
              <a:rPr lang="en"/>
              <a:t>Experience Points Redemption</a:t>
            </a:r>
            <a:endParaRPr/>
          </a:p>
          <a:p>
            <a:pPr marL="457200" lvl="0" indent="-342900" algn="l" rtl="0">
              <a:spcBef>
                <a:spcPts val="0"/>
              </a:spcBef>
              <a:spcAft>
                <a:spcPts val="0"/>
              </a:spcAft>
              <a:buSzPts val="1800"/>
              <a:buChar char="●"/>
            </a:pPr>
            <a:r>
              <a:rPr lang="en"/>
              <a:t>Workout Page UI and Functionality</a:t>
            </a:r>
            <a:endParaRPr/>
          </a:p>
          <a:p>
            <a:pPr marL="457200" lvl="0" indent="-342900" algn="l" rtl="0">
              <a:spcBef>
                <a:spcPts val="0"/>
              </a:spcBef>
              <a:spcAft>
                <a:spcPts val="0"/>
              </a:spcAft>
              <a:buSzPts val="1800"/>
              <a:buChar char="●"/>
            </a:pPr>
            <a:r>
              <a:rPr lang="en"/>
              <a:t>Create a Workout UI and Functionality</a:t>
            </a:r>
            <a:endParaRPr/>
          </a:p>
          <a:p>
            <a:pPr marL="457200" lvl="0" indent="-342900" algn="l" rtl="0">
              <a:spcBef>
                <a:spcPts val="0"/>
              </a:spcBef>
              <a:spcAft>
                <a:spcPts val="0"/>
              </a:spcAft>
              <a:buSzPts val="1800"/>
              <a:buChar char="●"/>
            </a:pPr>
            <a:r>
              <a:rPr lang="en"/>
              <a:t>Exercise Screen UI and Functionality</a:t>
            </a:r>
            <a:endParaRPr/>
          </a:p>
          <a:p>
            <a:pPr marL="457200" lvl="0" indent="-342900" algn="l" rtl="0">
              <a:spcBef>
                <a:spcPts val="0"/>
              </a:spcBef>
              <a:spcAft>
                <a:spcPts val="0"/>
              </a:spcAft>
              <a:buSzPts val="1800"/>
              <a:buChar char="●"/>
            </a:pPr>
            <a:r>
              <a:rPr lang="en"/>
              <a:t>Stats UI and Functionality</a:t>
            </a:r>
            <a:endParaRPr/>
          </a:p>
          <a:p>
            <a:pPr marL="457200" lvl="0" indent="-342900" algn="l" rtl="0">
              <a:spcBef>
                <a:spcPts val="0"/>
              </a:spcBef>
              <a:spcAft>
                <a:spcPts val="0"/>
              </a:spcAft>
              <a:buSzPts val="1800"/>
              <a:buChar char="●"/>
            </a:pPr>
            <a:r>
              <a:rPr lang="en"/>
              <a:t>Goals UI and Functionality</a:t>
            </a:r>
            <a:endParaRPr/>
          </a:p>
          <a:p>
            <a:pPr marL="457200" lvl="0" indent="-342900" algn="l" rtl="0">
              <a:spcBef>
                <a:spcPts val="0"/>
              </a:spcBef>
              <a:spcAft>
                <a:spcPts val="0"/>
              </a:spcAft>
              <a:buSzPts val="1800"/>
              <a:buChar char="●"/>
            </a:pPr>
            <a:r>
              <a:rPr lang="en"/>
              <a:t>History UI and Functionality</a:t>
            </a:r>
            <a:endParaRPr/>
          </a:p>
          <a:p>
            <a:pPr marL="457200" lvl="0" indent="-342900" algn="l" rtl="0">
              <a:spcBef>
                <a:spcPts val="0"/>
              </a:spcBef>
              <a:spcAft>
                <a:spcPts val="0"/>
              </a:spcAft>
              <a:buSzPts val="1800"/>
              <a:buChar char="●"/>
            </a:pPr>
            <a:r>
              <a:rPr lang="en"/>
              <a:t>Confirmation Dialogue Boxes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Plan of Attack </a:t>
            </a:r>
            <a:endParaRPr/>
          </a:p>
        </p:txBody>
      </p:sp>
      <p:sp>
        <p:nvSpPr>
          <p:cNvPr id="129" name="Google Shape;129;p25"/>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u="sng"/>
              <a:t>Group 1</a:t>
            </a:r>
            <a:endParaRPr u="sng"/>
          </a:p>
          <a:p>
            <a:pPr marL="457200" lvl="0" indent="-342900" algn="l" rtl="0">
              <a:spcBef>
                <a:spcPts val="1200"/>
              </a:spcBef>
              <a:spcAft>
                <a:spcPts val="0"/>
              </a:spcAft>
              <a:buSzPts val="1800"/>
              <a:buAutoNum type="arabicPeriod"/>
            </a:pPr>
            <a:r>
              <a:rPr lang="en"/>
              <a:t>Testing Dataset</a:t>
            </a:r>
            <a:endParaRPr/>
          </a:p>
          <a:p>
            <a:pPr marL="457200" lvl="0" indent="-342900" algn="l" rtl="0">
              <a:spcBef>
                <a:spcPts val="0"/>
              </a:spcBef>
              <a:spcAft>
                <a:spcPts val="0"/>
              </a:spcAft>
              <a:buSzPts val="1800"/>
              <a:buAutoNum type="arabicPeriod"/>
            </a:pPr>
            <a:r>
              <a:rPr lang="en"/>
              <a:t>Exercise Screen</a:t>
            </a:r>
            <a:endParaRPr/>
          </a:p>
          <a:p>
            <a:pPr marL="457200" lvl="0" indent="-342900" algn="l" rtl="0">
              <a:spcBef>
                <a:spcPts val="0"/>
              </a:spcBef>
              <a:spcAft>
                <a:spcPts val="0"/>
              </a:spcAft>
              <a:buSzPts val="1800"/>
              <a:buAutoNum type="arabicPeriod"/>
            </a:pPr>
            <a:r>
              <a:rPr lang="en"/>
              <a:t>Gamification Layer</a:t>
            </a:r>
            <a:endParaRPr/>
          </a:p>
          <a:p>
            <a:pPr marL="914400" lvl="1" indent="-317500" algn="l" rtl="0">
              <a:spcBef>
                <a:spcPts val="0"/>
              </a:spcBef>
              <a:spcAft>
                <a:spcPts val="0"/>
              </a:spcAft>
              <a:buSzPts val="1400"/>
              <a:buAutoNum type="alphaLcPeriod"/>
            </a:pPr>
            <a:r>
              <a:rPr lang="en"/>
              <a:t>Customize Avatar Screen</a:t>
            </a:r>
            <a:endParaRPr/>
          </a:p>
          <a:p>
            <a:pPr marL="1371600" lvl="2" indent="-317500" algn="l" rtl="0">
              <a:spcBef>
                <a:spcPts val="0"/>
              </a:spcBef>
              <a:spcAft>
                <a:spcPts val="0"/>
              </a:spcAft>
              <a:buSzPts val="1400"/>
              <a:buAutoNum type="romanLcPeriod"/>
            </a:pPr>
            <a:r>
              <a:rPr lang="en"/>
              <a:t>Avatar Sprites</a:t>
            </a:r>
            <a:endParaRPr/>
          </a:p>
          <a:p>
            <a:pPr marL="1371600" lvl="2" indent="-317500" algn="l" rtl="0">
              <a:spcBef>
                <a:spcPts val="0"/>
              </a:spcBef>
              <a:spcAft>
                <a:spcPts val="0"/>
              </a:spcAft>
              <a:buSzPts val="1400"/>
              <a:buAutoNum type="romanLcPeriod"/>
            </a:pPr>
            <a:r>
              <a:rPr lang="en"/>
              <a:t>Item Sprites</a:t>
            </a:r>
            <a:endParaRPr/>
          </a:p>
          <a:p>
            <a:pPr marL="914400" lvl="1" indent="-317500" algn="l" rtl="0">
              <a:spcBef>
                <a:spcPts val="0"/>
              </a:spcBef>
              <a:spcAft>
                <a:spcPts val="0"/>
              </a:spcAft>
              <a:buSzPts val="1400"/>
              <a:buAutoNum type="alphaLcPeriod"/>
            </a:pPr>
            <a:r>
              <a:rPr lang="en"/>
              <a:t>XP/Level System</a:t>
            </a:r>
            <a:endParaRPr/>
          </a:p>
          <a:p>
            <a:pPr marL="1371600" lvl="2" indent="-317500" algn="l" rtl="0">
              <a:spcBef>
                <a:spcPts val="0"/>
              </a:spcBef>
              <a:spcAft>
                <a:spcPts val="0"/>
              </a:spcAft>
              <a:buSzPts val="1400"/>
              <a:buAutoNum type="romanLcPeriod"/>
            </a:pPr>
            <a:r>
              <a:rPr lang="en"/>
              <a:t>Confirmation Boxes</a:t>
            </a:r>
            <a:endParaRPr/>
          </a:p>
        </p:txBody>
      </p:sp>
      <p:sp>
        <p:nvSpPr>
          <p:cNvPr id="130" name="Google Shape;130;p25"/>
          <p:cNvSpPr txBox="1">
            <a:spLocks noGrp="1"/>
          </p:cNvSpPr>
          <p:nvPr>
            <p:ph type="body" idx="1"/>
          </p:nvPr>
        </p:nvSpPr>
        <p:spPr>
          <a:xfrm>
            <a:off x="4731525" y="1152475"/>
            <a:ext cx="4260300" cy="34164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u="sng"/>
              <a:t>Group 2</a:t>
            </a:r>
            <a:endParaRPr u="sng"/>
          </a:p>
          <a:p>
            <a:pPr marL="457200" lvl="0" indent="-342900" algn="l" rtl="0">
              <a:spcBef>
                <a:spcPts val="1200"/>
              </a:spcBef>
              <a:spcAft>
                <a:spcPts val="0"/>
              </a:spcAft>
              <a:buSzPts val="1800"/>
              <a:buAutoNum type="arabicPeriod"/>
            </a:pPr>
            <a:r>
              <a:rPr lang="en"/>
              <a:t>History UI and Calendar</a:t>
            </a:r>
            <a:endParaRPr/>
          </a:p>
          <a:p>
            <a:pPr marL="457200" lvl="0" indent="-342900" algn="l" rtl="0">
              <a:spcBef>
                <a:spcPts val="0"/>
              </a:spcBef>
              <a:spcAft>
                <a:spcPts val="0"/>
              </a:spcAft>
              <a:buSzPts val="1800"/>
              <a:buAutoNum type="arabicPeriod"/>
            </a:pPr>
            <a:r>
              <a:rPr lang="en"/>
              <a:t>Exercise Screen</a:t>
            </a:r>
            <a:endParaRPr/>
          </a:p>
          <a:p>
            <a:pPr marL="457200" lvl="0" indent="-342900" algn="l" rtl="0">
              <a:spcBef>
                <a:spcPts val="0"/>
              </a:spcBef>
              <a:spcAft>
                <a:spcPts val="0"/>
              </a:spcAft>
              <a:buSzPts val="1800"/>
              <a:buAutoNum type="arabicPeriod"/>
            </a:pPr>
            <a:r>
              <a:rPr lang="en"/>
              <a:t>Create A Workout Screen</a:t>
            </a:r>
            <a:endParaRPr/>
          </a:p>
          <a:p>
            <a:pPr marL="457200" lvl="0" indent="-342900" algn="l" rtl="0">
              <a:spcBef>
                <a:spcPts val="0"/>
              </a:spcBef>
              <a:spcAft>
                <a:spcPts val="0"/>
              </a:spcAft>
              <a:buSzPts val="1800"/>
              <a:buAutoNum type="arabicPeriod"/>
            </a:pPr>
            <a:r>
              <a:rPr lang="en"/>
              <a:t>Create an Exercise Screen</a:t>
            </a:r>
            <a:endParaRPr/>
          </a:p>
          <a:p>
            <a:pPr marL="457200" lvl="0" indent="-342900" algn="l" rtl="0">
              <a:spcBef>
                <a:spcPts val="0"/>
              </a:spcBef>
              <a:spcAft>
                <a:spcPts val="0"/>
              </a:spcAft>
              <a:buSzPts val="1800"/>
              <a:buAutoNum type="arabicPeriod"/>
            </a:pPr>
            <a:r>
              <a:rPr lang="en"/>
              <a:t>Stats Screen</a:t>
            </a:r>
            <a:endParaRPr/>
          </a:p>
          <a:p>
            <a:pPr marL="457200" lvl="0" indent="-342900" algn="l" rtl="0">
              <a:spcBef>
                <a:spcPts val="0"/>
              </a:spcBef>
              <a:spcAft>
                <a:spcPts val="0"/>
              </a:spcAft>
              <a:buSzPts val="1800"/>
              <a:buAutoNum type="arabicPeriod"/>
            </a:pPr>
            <a:r>
              <a:rPr lang="en"/>
              <a:t>Goals Screen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135" name="Google Shape;135;p26"/>
          <p:cNvPicPr preferRelativeResize="0"/>
          <p:nvPr/>
        </p:nvPicPr>
        <p:blipFill>
          <a:blip r:embed="rId3">
            <a:alphaModFix/>
          </a:blip>
          <a:stretch>
            <a:fillRect/>
          </a:stretch>
        </p:blipFill>
        <p:spPr>
          <a:xfrm>
            <a:off x="1388538" y="572700"/>
            <a:ext cx="6366918" cy="4407025"/>
          </a:xfrm>
          <a:prstGeom prst="rect">
            <a:avLst/>
          </a:prstGeom>
          <a:noFill/>
          <a:ln>
            <a:noFill/>
          </a:ln>
        </p:spPr>
      </p:pic>
      <p:sp>
        <p:nvSpPr>
          <p:cNvPr id="136" name="Google Shape;136;p26"/>
          <p:cNvSpPr txBox="1">
            <a:spLocks noGrp="1"/>
          </p:cNvSpPr>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a:t>Block Diagram</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7"/>
          <p:cNvSpPr txBox="1">
            <a:spLocks noGrp="1"/>
          </p:cNvSpPr>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a:t>Entity-Relationship Diagram</a:t>
            </a:r>
            <a:endParaRPr/>
          </a:p>
        </p:txBody>
      </p:sp>
      <p:pic>
        <p:nvPicPr>
          <p:cNvPr id="142" name="Google Shape;142;p27" title="RepQuest ERD.drawio (1).png"/>
          <p:cNvPicPr preferRelativeResize="0"/>
          <p:nvPr/>
        </p:nvPicPr>
        <p:blipFill>
          <a:blip r:embed="rId3">
            <a:alphaModFix/>
          </a:blip>
          <a:stretch>
            <a:fillRect/>
          </a:stretch>
        </p:blipFill>
        <p:spPr>
          <a:xfrm>
            <a:off x="1040750" y="491950"/>
            <a:ext cx="6939551" cy="4558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pic>
        <p:nvPicPr>
          <p:cNvPr id="147" name="Google Shape;147;p28"/>
          <p:cNvPicPr preferRelativeResize="0"/>
          <p:nvPr/>
        </p:nvPicPr>
        <p:blipFill rotWithShape="1">
          <a:blip r:embed="rId3">
            <a:alphaModFix/>
          </a:blip>
          <a:srcRect t="12319"/>
          <a:stretch/>
        </p:blipFill>
        <p:spPr>
          <a:xfrm>
            <a:off x="1886425" y="524750"/>
            <a:ext cx="5371149" cy="4466351"/>
          </a:xfrm>
          <a:prstGeom prst="rect">
            <a:avLst/>
          </a:prstGeom>
          <a:noFill/>
          <a:ln>
            <a:noFill/>
          </a:ln>
        </p:spPr>
      </p:pic>
      <p:sp>
        <p:nvSpPr>
          <p:cNvPr id="148" name="Google Shape;148;p28"/>
          <p:cNvSpPr txBox="1">
            <a:spLocks noGrp="1"/>
          </p:cNvSpPr>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a:t>Component Diagram</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Summary</a:t>
            </a:r>
            <a:endParaRPr/>
          </a:p>
        </p:txBody>
      </p:sp>
      <p:sp>
        <p:nvSpPr>
          <p:cNvPr id="154" name="Google Shape;154;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Navigation bar and Settings Interface is Completed.</a:t>
            </a:r>
            <a:endParaRPr/>
          </a:p>
          <a:p>
            <a:pPr marL="457200" lvl="0" indent="-342900" algn="l" rtl="0">
              <a:spcBef>
                <a:spcPts val="0"/>
              </a:spcBef>
              <a:spcAft>
                <a:spcPts val="0"/>
              </a:spcAft>
              <a:buSzPts val="1800"/>
              <a:buChar char="●"/>
            </a:pPr>
            <a:r>
              <a:rPr lang="en"/>
              <a:t>Database tester has been created. </a:t>
            </a:r>
            <a:endParaRPr/>
          </a:p>
          <a:p>
            <a:pPr marL="457200" lvl="0" indent="-342900" algn="l" rtl="0">
              <a:spcBef>
                <a:spcPts val="0"/>
              </a:spcBef>
              <a:spcAft>
                <a:spcPts val="0"/>
              </a:spcAft>
              <a:buSzPts val="1800"/>
              <a:buChar char="●"/>
            </a:pPr>
            <a:r>
              <a:rPr lang="en"/>
              <a:t>Core UI Sections are in development.</a:t>
            </a:r>
            <a:endParaRPr/>
          </a:p>
          <a:p>
            <a:pPr marL="457200" lvl="0" indent="-342900" algn="l" rtl="0">
              <a:spcBef>
                <a:spcPts val="0"/>
              </a:spcBef>
              <a:spcAft>
                <a:spcPts val="0"/>
              </a:spcAft>
              <a:buSzPts val="1800"/>
              <a:buChar char="●"/>
            </a:pPr>
            <a:r>
              <a:rPr lang="en"/>
              <a:t>Next Focus : </a:t>
            </a:r>
            <a:endParaRPr/>
          </a:p>
          <a:p>
            <a:pPr marL="914400" lvl="1" indent="-317500" algn="l" rtl="0">
              <a:spcBef>
                <a:spcPts val="0"/>
              </a:spcBef>
              <a:spcAft>
                <a:spcPts val="0"/>
              </a:spcAft>
              <a:buSzPts val="1400"/>
              <a:buChar char="○"/>
            </a:pPr>
            <a:r>
              <a:rPr lang="en"/>
              <a:t>Completion of the Core UI</a:t>
            </a:r>
            <a:endParaRPr/>
          </a:p>
          <a:p>
            <a:pPr marL="914400" lvl="1" indent="-317500" algn="l" rtl="0">
              <a:spcBef>
                <a:spcPts val="0"/>
              </a:spcBef>
              <a:spcAft>
                <a:spcPts val="0"/>
              </a:spcAft>
              <a:buSzPts val="1400"/>
              <a:buChar char="○"/>
            </a:pPr>
            <a:r>
              <a:rPr lang="en"/>
              <a:t>Calendar</a:t>
            </a:r>
            <a:endParaRPr/>
          </a:p>
          <a:p>
            <a:pPr marL="914400" lvl="1" indent="-317500" algn="l" rtl="0">
              <a:spcBef>
                <a:spcPts val="0"/>
              </a:spcBef>
              <a:spcAft>
                <a:spcPts val="0"/>
              </a:spcAft>
              <a:buSzPts val="1400"/>
              <a:buChar char="○"/>
            </a:pPr>
            <a:r>
              <a:rPr lang="en"/>
              <a:t>Testing data</a:t>
            </a:r>
            <a:endParaRPr/>
          </a:p>
          <a:p>
            <a:pPr marL="914400" lvl="1" indent="-317500" algn="l" rtl="0">
              <a:spcBef>
                <a:spcPts val="0"/>
              </a:spcBef>
              <a:spcAft>
                <a:spcPts val="0"/>
              </a:spcAft>
              <a:buSzPts val="1400"/>
              <a:buChar char="○"/>
            </a:pPr>
            <a:r>
              <a:rPr lang="en"/>
              <a:t>Gamification layer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sp>
        <p:nvSpPr>
          <p:cNvPr id="160" name="Google Shape;160;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3000"/>
              <a:t>Thank you all for your time!</a:t>
            </a:r>
            <a:endParaRPr sz="3000"/>
          </a:p>
          <a:p>
            <a:pPr marL="0" lvl="0" indent="0" algn="l" rtl="0">
              <a:spcBef>
                <a:spcPts val="1200"/>
              </a:spcBef>
              <a:spcAft>
                <a:spcPts val="1200"/>
              </a:spcAft>
              <a:buNone/>
            </a:pPr>
            <a:r>
              <a:rPr lang="en" sz="3000"/>
              <a:t>	-RepQuest</a:t>
            </a:r>
            <a:endParaRPr sz="3000"/>
          </a:p>
        </p:txBody>
      </p:sp>
    </p:spTree>
  </p:cSld>
  <p:clrMapOvr>
    <a:masterClrMapping/>
  </p:clrMapOvr>
</p:sld>
</file>

<file path=ppt/theme/theme1.xml><?xml version="1.0" encoding="utf-8"?>
<a:theme xmlns:a="http://schemas.openxmlformats.org/drawingml/2006/main"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548</Words>
  <Application>Microsoft Office PowerPoint</Application>
  <PresentationFormat>On-screen Show (16:9)</PresentationFormat>
  <Paragraphs>98</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Oswald</vt:lpstr>
      <vt:lpstr>Average</vt:lpstr>
      <vt:lpstr>Arial</vt:lpstr>
      <vt:lpstr>Slate</vt:lpstr>
      <vt:lpstr>RepQuest Status Update</vt:lpstr>
      <vt:lpstr>We are RepQuest!!</vt:lpstr>
      <vt:lpstr>Quick Refresh(update this)</vt:lpstr>
      <vt:lpstr>NavBar</vt:lpstr>
      <vt:lpstr>NavBar (Completed)</vt:lpstr>
      <vt:lpstr>PowerPoint Presentation</vt:lpstr>
      <vt:lpstr>NavBar (In progress)</vt:lpstr>
      <vt:lpstr>Database</vt:lpstr>
      <vt:lpstr>Database Tester</vt:lpstr>
      <vt:lpstr>Next to be Implemented</vt:lpstr>
      <vt:lpstr>What’s Next </vt:lpstr>
      <vt:lpstr>Roadmap</vt:lpstr>
      <vt:lpstr>Not Implemented yet</vt:lpstr>
      <vt:lpstr>Plan of Attack </vt:lpstr>
      <vt:lpstr>Block Diagram</vt:lpstr>
      <vt:lpstr>Entity-Relationship Diagram</vt:lpstr>
      <vt:lpstr>Component Diagram</vt:lpstr>
      <vt:lpstr>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Dylan Hulon</cp:lastModifiedBy>
  <cp:revision>1</cp:revision>
  <dcterms:modified xsi:type="dcterms:W3CDTF">2025-11-07T14:48:38Z</dcterms:modified>
</cp:coreProperties>
</file>